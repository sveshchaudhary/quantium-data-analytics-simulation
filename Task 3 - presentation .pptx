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y="5143500" cx="9144000"/>
  <p:notesSz cx="6858000" cy="9144000"/>
  <p:embeddedFontLst>
    <p:embeddedFont>
      <p:font typeface="Raleway"/>
      <p:regular r:id="rId19"/>
      <p:bold r:id="rId20"/>
      <p:italic r:id="rId21"/>
      <p:boldItalic r:id="rId22"/>
    </p:embeddedFont>
    <p:embeddedFont>
      <p:font typeface="Roboto Medium"/>
      <p:regular r:id="rId23"/>
      <p:bold r:id="rId24"/>
      <p:italic r:id="rId25"/>
      <p:boldItalic r:id="rId26"/>
    </p:embeddedFont>
    <p:embeddedFont>
      <p:font typeface="Roboto"/>
      <p:regular r:id="rId27"/>
      <p:bold r:id="rId28"/>
      <p:italic r:id="rId29"/>
      <p:boldItalic r:id="rId30"/>
    </p:embeddedFont>
    <p:embeddedFont>
      <p:font typeface="Roboto Light"/>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5" roundtripDataSignature="AMtx7mi8KJiRaYu9OdMoaoX7nVZEHaOx9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Raleway-bold.fntdata"/><Relationship Id="rId22" Type="http://schemas.openxmlformats.org/officeDocument/2006/relationships/font" Target="fonts/Raleway-boldItalic.fntdata"/><Relationship Id="rId21" Type="http://schemas.openxmlformats.org/officeDocument/2006/relationships/font" Target="fonts/Raleway-italic.fntdata"/><Relationship Id="rId24" Type="http://schemas.openxmlformats.org/officeDocument/2006/relationships/font" Target="fonts/RobotoMedium-bold.fntdata"/><Relationship Id="rId23" Type="http://schemas.openxmlformats.org/officeDocument/2006/relationships/font" Target="fonts/RobotoMedium-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RobotoMedium-boldItalic.fntdata"/><Relationship Id="rId25" Type="http://schemas.openxmlformats.org/officeDocument/2006/relationships/font" Target="fonts/RobotoMedium-italic.fntdata"/><Relationship Id="rId28" Type="http://schemas.openxmlformats.org/officeDocument/2006/relationships/font" Target="fonts/Roboto-bold.fntdata"/><Relationship Id="rId27" Type="http://schemas.openxmlformats.org/officeDocument/2006/relationships/font" Target="fonts/Roboto-regular.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Roboto-italic.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RobotoLight-regular.fntdata"/><Relationship Id="rId30" Type="http://schemas.openxmlformats.org/officeDocument/2006/relationships/font" Target="fonts/Roboto-boldItalic.fntdata"/><Relationship Id="rId11" Type="http://schemas.openxmlformats.org/officeDocument/2006/relationships/slide" Target="slides/slide7.xml"/><Relationship Id="rId33" Type="http://schemas.openxmlformats.org/officeDocument/2006/relationships/font" Target="fonts/RobotoLight-italic.fntdata"/><Relationship Id="rId10" Type="http://schemas.openxmlformats.org/officeDocument/2006/relationships/slide" Target="slides/slide6.xml"/><Relationship Id="rId32" Type="http://schemas.openxmlformats.org/officeDocument/2006/relationships/font" Target="fonts/RobotoLight-bold.fntdata"/><Relationship Id="rId13" Type="http://schemas.openxmlformats.org/officeDocument/2006/relationships/slide" Target="slides/slide9.xml"/><Relationship Id="rId35" Type="http://customschemas.google.com/relationships/presentationmetadata" Target="metadata"/><Relationship Id="rId12" Type="http://schemas.openxmlformats.org/officeDocument/2006/relationships/slide" Target="slides/slide8.xml"/><Relationship Id="rId34" Type="http://schemas.openxmlformats.org/officeDocument/2006/relationships/font" Target="fonts/RobotoLight-boldItalic.fnt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font" Target="fonts/Raleway-regular.fntdata"/><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AU"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Zq1QDAkoRzU" TargetMode="External"/><Relationship Id="rId3" Type="http://schemas.openxmlformats.org/officeDocument/2006/relationships/hyperlink" Target="about:blank"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5"/>
              </a:buClr>
              <a:buSzPts val="1200"/>
              <a:buFont typeface="Roboto Light"/>
              <a:buNone/>
            </a:pPr>
            <a:r>
              <a:rPr lang="en-AU" sz="1200">
                <a:solidFill>
                  <a:srgbClr val="000005"/>
                </a:solidFill>
                <a:latin typeface="Roboto Light"/>
                <a:ea typeface="Roboto Light"/>
                <a:cs typeface="Roboto Light"/>
                <a:sym typeface="Roboto Light"/>
              </a:rPr>
              <a:t>To view Privacy video explaining how important data privacy is to Quantium, please click here: </a:t>
            </a:r>
            <a:r>
              <a:rPr lang="en-AU" sz="1200" u="sng">
                <a:solidFill>
                  <a:schemeClr val="hlink"/>
                </a:solidFill>
                <a:latin typeface="Roboto Light"/>
                <a:ea typeface="Roboto Light"/>
                <a:cs typeface="Roboto Light"/>
                <a:sym typeface="Roboto Light"/>
                <a:hlinkClick r:id="rId2"/>
              </a:rPr>
              <a:t>https://www.youtube.com/watch?v=Zq1QDAkoRzU</a:t>
            </a:r>
            <a:endParaRPr sz="1200">
              <a:solidFill>
                <a:srgbClr val="000005"/>
              </a:solidFill>
              <a:latin typeface="Roboto Light"/>
              <a:ea typeface="Roboto Light"/>
              <a:cs typeface="Roboto Light"/>
              <a:sym typeface="Roboto Light"/>
            </a:endParaRPr>
          </a:p>
          <a:p>
            <a:pPr indent="0" lvl="0" marL="0" marR="0" rtl="0" algn="l">
              <a:lnSpc>
                <a:spcPct val="100000"/>
              </a:lnSpc>
              <a:spcBef>
                <a:spcPts val="0"/>
              </a:spcBef>
              <a:spcAft>
                <a:spcPts val="0"/>
              </a:spcAft>
              <a:buClr>
                <a:srgbClr val="000005"/>
              </a:buClr>
              <a:buSzPts val="1200"/>
              <a:buFont typeface="Roboto Light"/>
              <a:buNone/>
            </a:pPr>
            <a:r>
              <a:rPr lang="en-AU" sz="1200">
                <a:solidFill>
                  <a:srgbClr val="000005"/>
                </a:solidFill>
                <a:latin typeface="Roboto Light"/>
                <a:ea typeface="Roboto Light"/>
                <a:cs typeface="Roboto Light"/>
                <a:sym typeface="Roboto Light"/>
              </a:rPr>
              <a:t>or here </a:t>
            </a:r>
            <a:r>
              <a:rPr lang="en-AU" sz="1200" u="sng">
                <a:solidFill>
                  <a:schemeClr val="hlink"/>
                </a:solidFill>
                <a:latin typeface="Roboto Light"/>
                <a:ea typeface="Roboto Light"/>
                <a:cs typeface="Roboto Light"/>
                <a:sym typeface="Roboto Light"/>
                <a:hlinkClick r:id="rId3"/>
              </a:rPr>
              <a:t>Q:\Company Reference\Brand &amp; Design\Brand videos\Q Privacy.mp4</a:t>
            </a:r>
            <a:endParaRPr sz="1200">
              <a:solidFill>
                <a:srgbClr val="000005"/>
              </a:solidFill>
              <a:latin typeface="Roboto Light"/>
              <a:ea typeface="Roboto Light"/>
              <a:cs typeface="Roboto Light"/>
              <a:sym typeface="Roboto Light"/>
            </a:endParaRPr>
          </a:p>
          <a:p>
            <a:pPr indent="0" lvl="0" marL="0" rtl="0" algn="l">
              <a:spcBef>
                <a:spcPts val="0"/>
              </a:spcBef>
              <a:spcAft>
                <a:spcPts val="0"/>
              </a:spcAft>
              <a:buClr>
                <a:schemeClr val="dk1"/>
              </a:buClr>
              <a:buSzPts val="1200"/>
              <a:buFont typeface="Calibri"/>
              <a:buNone/>
            </a:pPr>
            <a:r>
              <a:t/>
            </a:r>
            <a:endParaRPr i="0" sz="1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200"/>
              <a:buFont typeface="Calibri"/>
              <a:buNone/>
            </a:pPr>
            <a:r>
              <a:rPr i="0" lang="en-AU" sz="1200">
                <a:solidFill>
                  <a:schemeClr val="dk1"/>
                </a:solidFill>
                <a:latin typeface="Calibri"/>
                <a:ea typeface="Calibri"/>
                <a:cs typeface="Calibri"/>
                <a:sym typeface="Calibri"/>
              </a:rPr>
              <a:t>At Quantium, we believe that data is the behavioural footprint of humanity and that it has to be treated with the utmost care and responsibility. </a:t>
            </a:r>
            <a:endParaRPr/>
          </a:p>
          <a:p>
            <a:pPr indent="0" lvl="0" marL="0" rtl="0" algn="l">
              <a:spcBef>
                <a:spcPts val="0"/>
              </a:spcBef>
              <a:spcAft>
                <a:spcPts val="0"/>
              </a:spcAft>
              <a:buClr>
                <a:schemeClr val="dk1"/>
              </a:buClr>
              <a:buSzPts val="1200"/>
              <a:buFont typeface="Calibri"/>
              <a:buNone/>
            </a:pPr>
            <a:r>
              <a:rPr i="0" lang="en-AU" sz="1200">
                <a:solidFill>
                  <a:schemeClr val="dk1"/>
                </a:solidFill>
                <a:latin typeface="Calibri"/>
                <a:ea typeface="Calibri"/>
                <a:cs typeface="Calibri"/>
                <a:sym typeface="Calibri"/>
              </a:rPr>
              <a:t>Histories, attitudes, indeed lives are stored within it in ways that aren’t always apparent – and that’s what makes its potential so powerful. </a:t>
            </a:r>
            <a:endParaRPr/>
          </a:p>
          <a:p>
            <a:pPr indent="0" lvl="0" marL="0" rtl="0" algn="l">
              <a:spcBef>
                <a:spcPts val="0"/>
              </a:spcBef>
              <a:spcAft>
                <a:spcPts val="0"/>
              </a:spcAft>
              <a:buClr>
                <a:schemeClr val="dk1"/>
              </a:buClr>
              <a:buSzPts val="1200"/>
              <a:buFont typeface="Calibri"/>
              <a:buNone/>
            </a:pPr>
            <a:r>
              <a:t/>
            </a:r>
            <a:endParaRPr i="0" sz="1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200"/>
              <a:buFont typeface="Calibri"/>
              <a:buNone/>
            </a:pPr>
            <a:r>
              <a:rPr i="0" lang="en-AU" sz="1200">
                <a:solidFill>
                  <a:schemeClr val="dk1"/>
                </a:solidFill>
                <a:latin typeface="Calibri"/>
                <a:ea typeface="Calibri"/>
                <a:cs typeface="Calibri"/>
                <a:sym typeface="Calibri"/>
              </a:rPr>
              <a:t>To work with it responsibly, sensitively, we set ourselves the highest data privacy protection and governance standards. </a:t>
            </a:r>
            <a:endParaRPr/>
          </a:p>
          <a:p>
            <a:pPr indent="0" lvl="0" marL="0" rtl="0" algn="l">
              <a:spcBef>
                <a:spcPts val="0"/>
              </a:spcBef>
              <a:spcAft>
                <a:spcPts val="0"/>
              </a:spcAft>
              <a:buClr>
                <a:schemeClr val="dk1"/>
              </a:buClr>
              <a:buSzPts val="1200"/>
              <a:buFont typeface="Calibri"/>
              <a:buNone/>
            </a:pPr>
            <a:r>
              <a:rPr i="0" lang="en-AU" sz="1200">
                <a:solidFill>
                  <a:schemeClr val="dk1"/>
                </a:solidFill>
                <a:latin typeface="Calibri"/>
                <a:ea typeface="Calibri"/>
                <a:cs typeface="Calibri"/>
                <a:sym typeface="Calibri"/>
              </a:rPr>
              <a:t>We have spent 17 years perfecting privacy-by-design and secure-by-design principles. Central to this is not holding any personally identifiable information about people – </a:t>
            </a:r>
            <a:endParaRPr/>
          </a:p>
          <a:p>
            <a:pPr indent="0" lvl="0" marL="0" rtl="0" algn="l">
              <a:spcBef>
                <a:spcPts val="0"/>
              </a:spcBef>
              <a:spcAft>
                <a:spcPts val="0"/>
              </a:spcAft>
              <a:buClr>
                <a:schemeClr val="dk1"/>
              </a:buClr>
              <a:buSzPts val="1200"/>
              <a:buFont typeface="Calibri"/>
              <a:buNone/>
            </a:pPr>
            <a:r>
              <a:rPr i="0" lang="en-AU" sz="1200">
                <a:solidFill>
                  <a:schemeClr val="dk1"/>
                </a:solidFill>
                <a:latin typeface="Calibri"/>
                <a:ea typeface="Calibri"/>
                <a:cs typeface="Calibri"/>
                <a:sym typeface="Calibri"/>
              </a:rPr>
              <a:t>we neither receive it, and put the necessary protections in place to be unable to decipher it. </a:t>
            </a:r>
            <a:endParaRPr/>
          </a:p>
          <a:p>
            <a:pPr indent="0" lvl="0" marL="0" rtl="0" algn="l">
              <a:spcBef>
                <a:spcPts val="0"/>
              </a:spcBef>
              <a:spcAft>
                <a:spcPts val="0"/>
              </a:spcAft>
              <a:buClr>
                <a:schemeClr val="dk1"/>
              </a:buClr>
              <a:buSzPts val="1200"/>
              <a:buFont typeface="Calibri"/>
              <a:buNone/>
            </a:pPr>
            <a:r>
              <a:t/>
            </a:r>
            <a:endParaRPr i="0" sz="1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200"/>
              <a:buFont typeface="Calibri"/>
              <a:buNone/>
            </a:pPr>
            <a:r>
              <a:rPr i="0" lang="en-AU" sz="1200">
                <a:solidFill>
                  <a:schemeClr val="dk1"/>
                </a:solidFill>
                <a:latin typeface="Calibri"/>
                <a:ea typeface="Calibri"/>
                <a:cs typeface="Calibri"/>
                <a:sym typeface="Calibri"/>
              </a:rPr>
              <a:t>Every aspect of handling data is safeguarded: from its de-identification, to its encryption – data security is paramount and of the highest grade. </a:t>
            </a:r>
            <a:endParaRPr/>
          </a:p>
          <a:p>
            <a:pPr indent="0" lvl="0" marL="0" rtl="0" algn="l">
              <a:spcBef>
                <a:spcPts val="0"/>
              </a:spcBef>
              <a:spcAft>
                <a:spcPts val="0"/>
              </a:spcAft>
              <a:buClr>
                <a:schemeClr val="dk1"/>
              </a:buClr>
              <a:buSzPts val="1200"/>
              <a:buFont typeface="Calibri"/>
              <a:buNone/>
            </a:pPr>
            <a:r>
              <a:rPr i="0" lang="en-AU" sz="1200">
                <a:solidFill>
                  <a:schemeClr val="dk1"/>
                </a:solidFill>
                <a:latin typeface="Calibri"/>
                <a:ea typeface="Calibri"/>
                <a:cs typeface="Calibri"/>
                <a:sym typeface="Calibri"/>
              </a:rPr>
              <a:t>We pride ourselves on gaining the trust of iconic organisations around the world through years of securely working with their data, </a:t>
            </a:r>
            <a:endParaRPr/>
          </a:p>
          <a:p>
            <a:pPr indent="0" lvl="0" marL="0" rtl="0" algn="l">
              <a:spcBef>
                <a:spcPts val="0"/>
              </a:spcBef>
              <a:spcAft>
                <a:spcPts val="0"/>
              </a:spcAft>
              <a:buClr>
                <a:schemeClr val="dk1"/>
              </a:buClr>
              <a:buSzPts val="1200"/>
              <a:buFont typeface="Calibri"/>
              <a:buNone/>
            </a:pPr>
            <a:r>
              <a:rPr i="0" lang="en-AU" sz="1200">
                <a:solidFill>
                  <a:schemeClr val="dk1"/>
                </a:solidFill>
                <a:latin typeface="Calibri"/>
                <a:ea typeface="Calibri"/>
                <a:cs typeface="Calibri"/>
                <a:sym typeface="Calibri"/>
              </a:rPr>
              <a:t>and in turn the trust that builds with their stakeholders.</a:t>
            </a:r>
            <a:endParaRPr/>
          </a:p>
          <a:p>
            <a:pPr indent="0" lvl="0" marL="0" rtl="0" algn="l">
              <a:spcBef>
                <a:spcPts val="0"/>
              </a:spcBef>
              <a:spcAft>
                <a:spcPts val="0"/>
              </a:spcAft>
              <a:buClr>
                <a:schemeClr val="dk1"/>
              </a:buClr>
              <a:buSzPts val="1200"/>
              <a:buFont typeface="Calibri"/>
              <a:buNone/>
            </a:pPr>
            <a:r>
              <a:t/>
            </a:r>
            <a:endParaRPr i="0"/>
          </a:p>
        </p:txBody>
      </p:sp>
      <p:sp>
        <p:nvSpPr>
          <p:cNvPr id="106" name="Google Shape;106;p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Roboto Light"/>
              <a:buNone/>
            </a:pPr>
            <a:fld id="{00000000-1234-1234-1234-123412341234}" type="slidenum">
              <a:rPr b="0" i="0" lang="en-AU" sz="1200" u="none" cap="none" strike="noStrike">
                <a:solidFill>
                  <a:srgbClr val="000000"/>
                </a:solidFill>
                <a:latin typeface="Roboto Light"/>
                <a:ea typeface="Roboto Light"/>
                <a:cs typeface="Roboto Light"/>
                <a:sym typeface="Roboto Light"/>
              </a:rPr>
              <a:t>‹#›</a:t>
            </a:fld>
            <a:endParaRPr b="0" i="0" sz="1200" u="none" cap="none" strike="noStrike">
              <a:solidFill>
                <a:srgbClr val="000000"/>
              </a:solidFill>
              <a:latin typeface="Roboto Light"/>
              <a:ea typeface="Roboto Light"/>
              <a:cs typeface="Roboto Light"/>
              <a:sym typeface="Roboto Light"/>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9fc92bd4319f16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9fc92bd4319f160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g39fc92bd4319f160_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AU"/>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9fc92bd4319f16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9fc92bd4319f160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g39fc92bd4319f160_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AU"/>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9fc92bd4319f160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9fc92bd4319f160_1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g39fc92bd4319f160_1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AU"/>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9fc92bd4319f160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9fc92bd4319f160_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g39fc92bd4319f160_1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AU"/>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each">
  <p:cSld name="Title beach">
    <p:spTree>
      <p:nvGrpSpPr>
        <p:cNvPr id="13" name="Shape 13"/>
        <p:cNvGrpSpPr/>
        <p:nvPr/>
      </p:nvGrpSpPr>
      <p:grpSpPr>
        <a:xfrm>
          <a:off x="0" y="0"/>
          <a:ext cx="0" cy="0"/>
          <a:chOff x="0" y="0"/>
          <a:chExt cx="0" cy="0"/>
        </a:xfrm>
      </p:grpSpPr>
      <p:sp>
        <p:nvSpPr>
          <p:cNvPr id="14" name="Google Shape;14;p13"/>
          <p:cNvSpPr txBox="1"/>
          <p:nvPr>
            <p:ph type="ctrTitle"/>
          </p:nvPr>
        </p:nvSpPr>
        <p:spPr>
          <a:xfrm>
            <a:off x="909639" y="1153121"/>
            <a:ext cx="3064800" cy="1790700"/>
          </a:xfrm>
          <a:prstGeom prst="rect">
            <a:avLst/>
          </a:prstGeom>
          <a:noFill/>
          <a:ln>
            <a:noFill/>
          </a:ln>
        </p:spPr>
        <p:txBody>
          <a:bodyPr anchorCtr="0" anchor="b" bIns="34275" lIns="0" spcFirstLastPara="1" rIns="68575" wrap="square" tIns="34275">
            <a:noAutofit/>
          </a:bodyPr>
          <a:lstStyle>
            <a:lvl1pPr lvl="0" marR="0" algn="l">
              <a:lnSpc>
                <a:spcPct val="100000"/>
              </a:lnSpc>
              <a:spcBef>
                <a:spcPts val="0"/>
              </a:spcBef>
              <a:spcAft>
                <a:spcPts val="0"/>
              </a:spcAft>
              <a:buClr>
                <a:srgbClr val="000005"/>
              </a:buClr>
              <a:buSzPts val="2000"/>
              <a:buFont typeface="Roboto Medium"/>
              <a:buNone/>
              <a:defRPr b="0" i="0" sz="2000" u="none" cap="none" strike="noStrike">
                <a:solidFill>
                  <a:srgbClr val="000005"/>
                </a:solidFill>
                <a:latin typeface="Roboto Medium"/>
                <a:ea typeface="Roboto Medium"/>
                <a:cs typeface="Roboto Medium"/>
                <a:sym typeface="Roboto Medium"/>
              </a:defRPr>
            </a:lvl1pPr>
            <a:lvl2pPr lvl="1" algn="l">
              <a:lnSpc>
                <a:spcPct val="100000"/>
              </a:lnSpc>
              <a:spcBef>
                <a:spcPts val="0"/>
              </a:spcBef>
              <a:spcAft>
                <a:spcPts val="0"/>
              </a:spcAft>
              <a:buSzPts val="3000"/>
              <a:buNone/>
              <a:defRPr sz="1400"/>
            </a:lvl2pPr>
            <a:lvl3pPr lvl="2" algn="l">
              <a:lnSpc>
                <a:spcPct val="100000"/>
              </a:lnSpc>
              <a:spcBef>
                <a:spcPts val="0"/>
              </a:spcBef>
              <a:spcAft>
                <a:spcPts val="0"/>
              </a:spcAft>
              <a:buSzPts val="3000"/>
              <a:buNone/>
              <a:defRPr sz="1400"/>
            </a:lvl3pPr>
            <a:lvl4pPr lvl="3" algn="l">
              <a:lnSpc>
                <a:spcPct val="100000"/>
              </a:lnSpc>
              <a:spcBef>
                <a:spcPts val="0"/>
              </a:spcBef>
              <a:spcAft>
                <a:spcPts val="0"/>
              </a:spcAft>
              <a:buSzPts val="3000"/>
              <a:buNone/>
              <a:defRPr sz="1400"/>
            </a:lvl4pPr>
            <a:lvl5pPr lvl="4" algn="l">
              <a:lnSpc>
                <a:spcPct val="100000"/>
              </a:lnSpc>
              <a:spcBef>
                <a:spcPts val="0"/>
              </a:spcBef>
              <a:spcAft>
                <a:spcPts val="0"/>
              </a:spcAft>
              <a:buSzPts val="3000"/>
              <a:buNone/>
              <a:defRPr sz="1400"/>
            </a:lvl5pPr>
            <a:lvl6pPr lvl="5" algn="l">
              <a:lnSpc>
                <a:spcPct val="100000"/>
              </a:lnSpc>
              <a:spcBef>
                <a:spcPts val="0"/>
              </a:spcBef>
              <a:spcAft>
                <a:spcPts val="0"/>
              </a:spcAft>
              <a:buSzPts val="3000"/>
              <a:buNone/>
              <a:defRPr sz="1400"/>
            </a:lvl6pPr>
            <a:lvl7pPr lvl="6" algn="l">
              <a:lnSpc>
                <a:spcPct val="100000"/>
              </a:lnSpc>
              <a:spcBef>
                <a:spcPts val="0"/>
              </a:spcBef>
              <a:spcAft>
                <a:spcPts val="0"/>
              </a:spcAft>
              <a:buSzPts val="3000"/>
              <a:buNone/>
              <a:defRPr sz="1400"/>
            </a:lvl7pPr>
            <a:lvl8pPr lvl="7" algn="l">
              <a:lnSpc>
                <a:spcPct val="100000"/>
              </a:lnSpc>
              <a:spcBef>
                <a:spcPts val="0"/>
              </a:spcBef>
              <a:spcAft>
                <a:spcPts val="0"/>
              </a:spcAft>
              <a:buSzPts val="3000"/>
              <a:buNone/>
              <a:defRPr sz="1400"/>
            </a:lvl8pPr>
            <a:lvl9pPr lvl="8" algn="l">
              <a:lnSpc>
                <a:spcPct val="100000"/>
              </a:lnSpc>
              <a:spcBef>
                <a:spcPts val="0"/>
              </a:spcBef>
              <a:spcAft>
                <a:spcPts val="0"/>
              </a:spcAft>
              <a:buSzPts val="3000"/>
              <a:buNone/>
              <a:defRPr sz="1400"/>
            </a:lvl9pPr>
          </a:lstStyle>
          <a:p/>
        </p:txBody>
      </p:sp>
      <p:sp>
        <p:nvSpPr>
          <p:cNvPr id="15" name="Google Shape;15;p13"/>
          <p:cNvSpPr txBox="1"/>
          <p:nvPr>
            <p:ph idx="1" type="subTitle"/>
          </p:nvPr>
        </p:nvSpPr>
        <p:spPr>
          <a:xfrm>
            <a:off x="909638" y="3095030"/>
            <a:ext cx="3064800" cy="927600"/>
          </a:xfrm>
          <a:prstGeom prst="rect">
            <a:avLst/>
          </a:prstGeom>
          <a:noFill/>
          <a:ln>
            <a:noFill/>
          </a:ln>
        </p:spPr>
        <p:txBody>
          <a:bodyPr anchorCtr="0" anchor="t" bIns="34275" lIns="0" spcFirstLastPara="1" rIns="68575" wrap="square" tIns="34275">
            <a:noAutofit/>
          </a:bodyPr>
          <a:lstStyle>
            <a:lvl1pPr lvl="0" marR="0" algn="l">
              <a:lnSpc>
                <a:spcPct val="100000"/>
              </a:lnSpc>
              <a:spcBef>
                <a:spcPts val="800"/>
              </a:spcBef>
              <a:spcAft>
                <a:spcPts val="0"/>
              </a:spcAft>
              <a:buClr>
                <a:srgbClr val="000005"/>
              </a:buClr>
              <a:buSzPts val="1400"/>
              <a:buFont typeface="Arial"/>
              <a:buNone/>
              <a:defRPr b="0" i="0" sz="1400" u="none" cap="none" strike="noStrike">
                <a:solidFill>
                  <a:srgbClr val="000005"/>
                </a:solidFill>
                <a:latin typeface="Roboto Light"/>
                <a:ea typeface="Roboto Light"/>
                <a:cs typeface="Roboto Light"/>
                <a:sym typeface="Roboto Light"/>
              </a:defRPr>
            </a:lvl1pPr>
            <a:lvl2pPr lvl="1" marR="0" algn="ctr">
              <a:lnSpc>
                <a:spcPct val="90000"/>
              </a:lnSpc>
              <a:spcBef>
                <a:spcPts val="1200"/>
              </a:spcBef>
              <a:spcAft>
                <a:spcPts val="0"/>
              </a:spcAft>
              <a:buClr>
                <a:schemeClr val="dk1"/>
              </a:buClr>
              <a:buSzPts val="1500"/>
              <a:buFont typeface="Arial"/>
              <a:buNone/>
              <a:defRPr b="0" i="0" sz="1500" u="none" cap="none" strike="noStrike">
                <a:solidFill>
                  <a:schemeClr val="dk1"/>
                </a:solidFill>
                <a:latin typeface="Roboto"/>
                <a:ea typeface="Roboto"/>
                <a:cs typeface="Roboto"/>
                <a:sym typeface="Roboto"/>
              </a:defRPr>
            </a:lvl2pPr>
            <a:lvl3pPr lvl="2" marR="0" algn="ctr">
              <a:lnSpc>
                <a:spcPct val="90000"/>
              </a:lnSpc>
              <a:spcBef>
                <a:spcPts val="1200"/>
              </a:spcBef>
              <a:spcAft>
                <a:spcPts val="0"/>
              </a:spcAft>
              <a:buClr>
                <a:schemeClr val="dk1"/>
              </a:buClr>
              <a:buSzPts val="1400"/>
              <a:buFont typeface="Arial"/>
              <a:buNone/>
              <a:defRPr b="0" i="0" sz="1400" u="none" cap="none" strike="noStrike">
                <a:solidFill>
                  <a:schemeClr val="dk1"/>
                </a:solidFill>
                <a:latin typeface="Roboto"/>
                <a:ea typeface="Roboto"/>
                <a:cs typeface="Roboto"/>
                <a:sym typeface="Roboto"/>
              </a:defRPr>
            </a:lvl3pPr>
            <a:lvl4pPr lvl="3" marR="0" algn="ctr">
              <a:lnSpc>
                <a:spcPct val="90000"/>
              </a:lnSpc>
              <a:spcBef>
                <a:spcPts val="1200"/>
              </a:spcBef>
              <a:spcAft>
                <a:spcPts val="0"/>
              </a:spcAft>
              <a:buClr>
                <a:schemeClr val="dk1"/>
              </a:buClr>
              <a:buSzPts val="1200"/>
              <a:buFont typeface="Arial"/>
              <a:buNone/>
              <a:defRPr b="0" i="0" sz="1200" u="none" cap="none" strike="noStrike">
                <a:solidFill>
                  <a:schemeClr val="dk1"/>
                </a:solidFill>
                <a:latin typeface="Roboto"/>
                <a:ea typeface="Roboto"/>
                <a:cs typeface="Roboto"/>
                <a:sym typeface="Roboto"/>
              </a:defRPr>
            </a:lvl4pPr>
            <a:lvl5pPr lvl="4" marR="0" algn="ctr">
              <a:lnSpc>
                <a:spcPct val="90000"/>
              </a:lnSpc>
              <a:spcBef>
                <a:spcPts val="1200"/>
              </a:spcBef>
              <a:spcAft>
                <a:spcPts val="0"/>
              </a:spcAft>
              <a:buClr>
                <a:schemeClr val="dk1"/>
              </a:buClr>
              <a:buSzPts val="1200"/>
              <a:buFont typeface="Arial"/>
              <a:buNone/>
              <a:defRPr b="0" i="0" sz="1200" u="none" cap="none" strike="noStrike">
                <a:solidFill>
                  <a:schemeClr val="dk1"/>
                </a:solidFill>
                <a:latin typeface="Roboto"/>
                <a:ea typeface="Roboto"/>
                <a:cs typeface="Roboto"/>
                <a:sym typeface="Roboto"/>
              </a:defRPr>
            </a:lvl5pPr>
            <a:lvl6pPr lvl="5" marR="0" algn="ctr">
              <a:lnSpc>
                <a:spcPct val="90000"/>
              </a:lnSpc>
              <a:spcBef>
                <a:spcPts val="1200"/>
              </a:spcBef>
              <a:spcAft>
                <a:spcPts val="0"/>
              </a:spcAft>
              <a:buClr>
                <a:schemeClr val="dk1"/>
              </a:buClr>
              <a:buSzPts val="1200"/>
              <a:buFont typeface="Arial"/>
              <a:buNone/>
              <a:defRPr b="0" i="0" sz="1200" u="none" cap="none" strike="noStrike">
                <a:solidFill>
                  <a:schemeClr val="dk1"/>
                </a:solidFill>
                <a:latin typeface="Roboto Light"/>
                <a:ea typeface="Roboto Light"/>
                <a:cs typeface="Roboto Light"/>
                <a:sym typeface="Roboto Light"/>
              </a:defRPr>
            </a:lvl6pPr>
            <a:lvl7pPr lvl="6" marR="0" algn="ctr">
              <a:lnSpc>
                <a:spcPct val="90000"/>
              </a:lnSpc>
              <a:spcBef>
                <a:spcPts val="1200"/>
              </a:spcBef>
              <a:spcAft>
                <a:spcPts val="0"/>
              </a:spcAft>
              <a:buClr>
                <a:schemeClr val="dk1"/>
              </a:buClr>
              <a:buSzPts val="1200"/>
              <a:buFont typeface="Arial"/>
              <a:buNone/>
              <a:defRPr b="0" i="0" sz="1200" u="none" cap="none" strike="noStrike">
                <a:solidFill>
                  <a:schemeClr val="dk1"/>
                </a:solidFill>
                <a:latin typeface="Roboto Light"/>
                <a:ea typeface="Roboto Light"/>
                <a:cs typeface="Roboto Light"/>
                <a:sym typeface="Roboto Light"/>
              </a:defRPr>
            </a:lvl7pPr>
            <a:lvl8pPr lvl="7" marR="0" algn="ctr">
              <a:lnSpc>
                <a:spcPct val="90000"/>
              </a:lnSpc>
              <a:spcBef>
                <a:spcPts val="1200"/>
              </a:spcBef>
              <a:spcAft>
                <a:spcPts val="0"/>
              </a:spcAft>
              <a:buClr>
                <a:schemeClr val="dk1"/>
              </a:buClr>
              <a:buSzPts val="1200"/>
              <a:buFont typeface="Arial"/>
              <a:buNone/>
              <a:defRPr b="0" i="0" sz="1200" u="none" cap="none" strike="noStrike">
                <a:solidFill>
                  <a:schemeClr val="dk1"/>
                </a:solidFill>
                <a:latin typeface="Roboto Light"/>
                <a:ea typeface="Roboto Light"/>
                <a:cs typeface="Roboto Light"/>
                <a:sym typeface="Roboto Light"/>
              </a:defRPr>
            </a:lvl8pPr>
            <a:lvl9pPr lvl="8" marR="0" algn="ctr">
              <a:lnSpc>
                <a:spcPct val="90000"/>
              </a:lnSpc>
              <a:spcBef>
                <a:spcPts val="1200"/>
              </a:spcBef>
              <a:spcAft>
                <a:spcPts val="1200"/>
              </a:spcAft>
              <a:buClr>
                <a:schemeClr val="dk1"/>
              </a:buClr>
              <a:buSzPts val="1200"/>
              <a:buFont typeface="Arial"/>
              <a:buNone/>
              <a:defRPr b="0" i="0" sz="1200" u="none" cap="none" strike="noStrike">
                <a:solidFill>
                  <a:schemeClr val="dk1"/>
                </a:solidFill>
                <a:latin typeface="Roboto Light"/>
                <a:ea typeface="Roboto Light"/>
                <a:cs typeface="Roboto Light"/>
                <a:sym typeface="Roboto Light"/>
              </a:defRPr>
            </a:lvl9pPr>
          </a:lstStyle>
          <a:p/>
        </p:txBody>
      </p:sp>
      <p:sp>
        <p:nvSpPr>
          <p:cNvPr id="16" name="Google Shape;16;p13"/>
          <p:cNvSpPr/>
          <p:nvPr/>
        </p:nvSpPr>
        <p:spPr>
          <a:xfrm>
            <a:off x="127261" y="4652128"/>
            <a:ext cx="282900" cy="282900"/>
          </a:xfrm>
          <a:prstGeom prst="rect">
            <a:avLst/>
          </a:prstGeom>
          <a:solidFill>
            <a:srgbClr val="00000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Roboto Light"/>
              <a:ea typeface="Roboto Light"/>
              <a:cs typeface="Roboto Light"/>
              <a:sym typeface="Roboto Light"/>
            </a:endParaRPr>
          </a:p>
        </p:txBody>
      </p:sp>
      <p:sp>
        <p:nvSpPr>
          <p:cNvPr id="17" name="Google Shape;17;p13"/>
          <p:cNvSpPr txBox="1"/>
          <p:nvPr>
            <p:ph idx="2" type="body"/>
          </p:nvPr>
        </p:nvSpPr>
        <p:spPr>
          <a:xfrm>
            <a:off x="909638" y="488156"/>
            <a:ext cx="1596600" cy="183300"/>
          </a:xfrm>
          <a:prstGeom prst="rect">
            <a:avLst/>
          </a:prstGeom>
          <a:noFill/>
          <a:ln>
            <a:noFill/>
          </a:ln>
        </p:spPr>
        <p:txBody>
          <a:bodyPr anchorCtr="0" anchor="t" bIns="34275" lIns="0" spcFirstLastPara="1" rIns="68575" wrap="square" tIns="34275">
            <a:noAutofit/>
          </a:bodyPr>
          <a:lstStyle>
            <a:lvl1pPr indent="-228600" lvl="0" marL="457200" marR="0" algn="l">
              <a:lnSpc>
                <a:spcPct val="90000"/>
              </a:lnSpc>
              <a:spcBef>
                <a:spcPts val="800"/>
              </a:spcBef>
              <a:spcAft>
                <a:spcPts val="0"/>
              </a:spcAft>
              <a:buClr>
                <a:srgbClr val="000005"/>
              </a:buClr>
              <a:buSzPts val="800"/>
              <a:buFont typeface="Arial"/>
              <a:buNone/>
              <a:defRPr b="0" i="0" sz="800" u="none" cap="none" strike="noStrike">
                <a:solidFill>
                  <a:srgbClr val="000005"/>
                </a:solidFill>
                <a:latin typeface="Roboto Light"/>
                <a:ea typeface="Roboto Light"/>
                <a:cs typeface="Roboto Light"/>
                <a:sym typeface="Roboto Light"/>
              </a:defRPr>
            </a:lvl1pPr>
            <a:lvl2pPr indent="-342900" lvl="1" marL="914400" marR="0" algn="l">
              <a:lnSpc>
                <a:spcPct val="90000"/>
              </a:lnSpc>
              <a:spcBef>
                <a:spcPts val="1200"/>
              </a:spcBef>
              <a:spcAft>
                <a:spcPts val="0"/>
              </a:spcAft>
              <a:buClr>
                <a:schemeClr val="dk1"/>
              </a:buClr>
              <a:buSzPts val="1800"/>
              <a:buFont typeface="Arial"/>
              <a:buChar char="•"/>
              <a:defRPr b="0" i="0" sz="1800" u="none" cap="none" strike="noStrike">
                <a:solidFill>
                  <a:schemeClr val="dk1"/>
                </a:solidFill>
                <a:latin typeface="Roboto"/>
                <a:ea typeface="Roboto"/>
                <a:cs typeface="Roboto"/>
                <a:sym typeface="Roboto"/>
              </a:defRPr>
            </a:lvl2pPr>
            <a:lvl3pPr indent="-323850" lvl="2" marL="1371600" marR="0" algn="l">
              <a:lnSpc>
                <a:spcPct val="90000"/>
              </a:lnSpc>
              <a:spcBef>
                <a:spcPts val="1200"/>
              </a:spcBef>
              <a:spcAft>
                <a:spcPts val="0"/>
              </a:spcAft>
              <a:buClr>
                <a:schemeClr val="dk1"/>
              </a:buClr>
              <a:buSzPts val="1500"/>
              <a:buFont typeface="Arial"/>
              <a:buChar char="•"/>
              <a:defRPr b="0" i="0" sz="1500" u="none" cap="none" strike="noStrike">
                <a:solidFill>
                  <a:schemeClr val="dk1"/>
                </a:solidFill>
                <a:latin typeface="Roboto"/>
                <a:ea typeface="Roboto"/>
                <a:cs typeface="Roboto"/>
                <a:sym typeface="Roboto"/>
              </a:defRPr>
            </a:lvl3pPr>
            <a:lvl4pPr indent="-317500" lvl="3" marL="1828800" marR="0" algn="l">
              <a:lnSpc>
                <a:spcPct val="90000"/>
              </a:lnSpc>
              <a:spcBef>
                <a:spcPts val="1200"/>
              </a:spcBef>
              <a:spcAft>
                <a:spcPts val="0"/>
              </a:spcAft>
              <a:buClr>
                <a:schemeClr val="dk1"/>
              </a:buClr>
              <a:buSzPts val="1400"/>
              <a:buFont typeface="Arial"/>
              <a:buChar char="•"/>
              <a:defRPr b="0" i="0" sz="1400" u="none" cap="none" strike="noStrike">
                <a:solidFill>
                  <a:schemeClr val="dk1"/>
                </a:solidFill>
                <a:latin typeface="Roboto"/>
                <a:ea typeface="Roboto"/>
                <a:cs typeface="Roboto"/>
                <a:sym typeface="Roboto"/>
              </a:defRPr>
            </a:lvl4pPr>
            <a:lvl5pPr indent="-317500" lvl="4" marL="2286000" marR="0" algn="l">
              <a:lnSpc>
                <a:spcPct val="90000"/>
              </a:lnSpc>
              <a:spcBef>
                <a:spcPts val="1200"/>
              </a:spcBef>
              <a:spcAft>
                <a:spcPts val="0"/>
              </a:spcAft>
              <a:buClr>
                <a:schemeClr val="dk1"/>
              </a:buClr>
              <a:buSzPts val="1400"/>
              <a:buFont typeface="Arial"/>
              <a:buChar char="•"/>
              <a:defRPr b="0" i="0" sz="1400" u="none" cap="none" strike="noStrike">
                <a:solidFill>
                  <a:schemeClr val="dk1"/>
                </a:solidFill>
                <a:latin typeface="Roboto"/>
                <a:ea typeface="Roboto"/>
                <a:cs typeface="Roboto"/>
                <a:sym typeface="Roboto"/>
              </a:defRPr>
            </a:lvl5pPr>
            <a:lvl6pPr indent="-317500" lvl="5" marL="2743200" marR="0" algn="l">
              <a:lnSpc>
                <a:spcPct val="90000"/>
              </a:lnSpc>
              <a:spcBef>
                <a:spcPts val="1200"/>
              </a:spcBef>
              <a:spcAft>
                <a:spcPts val="0"/>
              </a:spcAft>
              <a:buClr>
                <a:schemeClr val="dk1"/>
              </a:buClr>
              <a:buSzPts val="1400"/>
              <a:buFont typeface="Arial"/>
              <a:buChar char="•"/>
              <a:defRPr b="0" i="0" sz="1400" u="none" cap="none" strike="noStrike">
                <a:solidFill>
                  <a:schemeClr val="dk1"/>
                </a:solidFill>
                <a:latin typeface="Roboto Light"/>
                <a:ea typeface="Roboto Light"/>
                <a:cs typeface="Roboto Light"/>
                <a:sym typeface="Roboto Light"/>
              </a:defRPr>
            </a:lvl6pPr>
            <a:lvl7pPr indent="-317500" lvl="6" marL="3200400" marR="0" algn="l">
              <a:lnSpc>
                <a:spcPct val="90000"/>
              </a:lnSpc>
              <a:spcBef>
                <a:spcPts val="1200"/>
              </a:spcBef>
              <a:spcAft>
                <a:spcPts val="0"/>
              </a:spcAft>
              <a:buClr>
                <a:schemeClr val="dk1"/>
              </a:buClr>
              <a:buSzPts val="1400"/>
              <a:buFont typeface="Arial"/>
              <a:buChar char="•"/>
              <a:defRPr b="0" i="0" sz="1400" u="none" cap="none" strike="noStrike">
                <a:solidFill>
                  <a:schemeClr val="dk1"/>
                </a:solidFill>
                <a:latin typeface="Roboto Light"/>
                <a:ea typeface="Roboto Light"/>
                <a:cs typeface="Roboto Light"/>
                <a:sym typeface="Roboto Light"/>
              </a:defRPr>
            </a:lvl7pPr>
            <a:lvl8pPr indent="-317500" lvl="7" marL="3657600" marR="0" algn="l">
              <a:lnSpc>
                <a:spcPct val="90000"/>
              </a:lnSpc>
              <a:spcBef>
                <a:spcPts val="1200"/>
              </a:spcBef>
              <a:spcAft>
                <a:spcPts val="0"/>
              </a:spcAft>
              <a:buClr>
                <a:schemeClr val="dk1"/>
              </a:buClr>
              <a:buSzPts val="1400"/>
              <a:buFont typeface="Arial"/>
              <a:buChar char="•"/>
              <a:defRPr b="0" i="0" sz="1400" u="none" cap="none" strike="noStrike">
                <a:solidFill>
                  <a:schemeClr val="dk1"/>
                </a:solidFill>
                <a:latin typeface="Roboto Light"/>
                <a:ea typeface="Roboto Light"/>
                <a:cs typeface="Roboto Light"/>
                <a:sym typeface="Roboto Light"/>
              </a:defRPr>
            </a:lvl8pPr>
            <a:lvl9pPr indent="-317500" lvl="8" marL="4114800" marR="0" algn="l">
              <a:lnSpc>
                <a:spcPct val="90000"/>
              </a:lnSpc>
              <a:spcBef>
                <a:spcPts val="1200"/>
              </a:spcBef>
              <a:spcAft>
                <a:spcPts val="1200"/>
              </a:spcAft>
              <a:buClr>
                <a:schemeClr val="dk1"/>
              </a:buClr>
              <a:buSzPts val="1400"/>
              <a:buFont typeface="Arial"/>
              <a:buChar char="•"/>
              <a:defRPr b="0" i="0" sz="1400" u="none" cap="none" strike="noStrike">
                <a:solidFill>
                  <a:schemeClr val="dk1"/>
                </a:solidFill>
                <a:latin typeface="Roboto Light"/>
                <a:ea typeface="Roboto Light"/>
                <a:cs typeface="Roboto Light"/>
                <a:sym typeface="Roboto Light"/>
              </a:defRPr>
            </a:lvl9pPr>
          </a:lstStyle>
          <a:p/>
        </p:txBody>
      </p:sp>
      <p:sp>
        <p:nvSpPr>
          <p:cNvPr id="18" name="Google Shape;18;p13"/>
          <p:cNvSpPr txBox="1"/>
          <p:nvPr>
            <p:ph idx="3" type="body"/>
          </p:nvPr>
        </p:nvSpPr>
        <p:spPr>
          <a:xfrm>
            <a:off x="909638" y="344092"/>
            <a:ext cx="1596600" cy="183300"/>
          </a:xfrm>
          <a:prstGeom prst="rect">
            <a:avLst/>
          </a:prstGeom>
          <a:noFill/>
          <a:ln>
            <a:noFill/>
          </a:ln>
        </p:spPr>
        <p:txBody>
          <a:bodyPr anchorCtr="0" anchor="t" bIns="34275" lIns="0" spcFirstLastPara="1" rIns="68575" wrap="square" tIns="34275">
            <a:noAutofit/>
          </a:bodyPr>
          <a:lstStyle>
            <a:lvl1pPr indent="-228600" lvl="0" marL="457200" marR="0" algn="l">
              <a:lnSpc>
                <a:spcPct val="90000"/>
              </a:lnSpc>
              <a:spcBef>
                <a:spcPts val="800"/>
              </a:spcBef>
              <a:spcAft>
                <a:spcPts val="0"/>
              </a:spcAft>
              <a:buClr>
                <a:srgbClr val="000005"/>
              </a:buClr>
              <a:buSzPts val="800"/>
              <a:buFont typeface="Arial"/>
              <a:buNone/>
              <a:defRPr b="0" i="0" sz="800" u="none" cap="none" strike="noStrike">
                <a:solidFill>
                  <a:srgbClr val="000005"/>
                </a:solidFill>
                <a:latin typeface="Roboto Medium"/>
                <a:ea typeface="Roboto Medium"/>
                <a:cs typeface="Roboto Medium"/>
                <a:sym typeface="Roboto Medium"/>
              </a:defRPr>
            </a:lvl1pPr>
            <a:lvl2pPr indent="-342900" lvl="1" marL="914400" marR="0" algn="l">
              <a:lnSpc>
                <a:spcPct val="90000"/>
              </a:lnSpc>
              <a:spcBef>
                <a:spcPts val="1200"/>
              </a:spcBef>
              <a:spcAft>
                <a:spcPts val="0"/>
              </a:spcAft>
              <a:buClr>
                <a:schemeClr val="dk1"/>
              </a:buClr>
              <a:buSzPts val="1800"/>
              <a:buFont typeface="Arial"/>
              <a:buChar char="•"/>
              <a:defRPr b="0" i="0" sz="1800" u="none" cap="none" strike="noStrike">
                <a:solidFill>
                  <a:schemeClr val="dk1"/>
                </a:solidFill>
                <a:latin typeface="Roboto"/>
                <a:ea typeface="Roboto"/>
                <a:cs typeface="Roboto"/>
                <a:sym typeface="Roboto"/>
              </a:defRPr>
            </a:lvl2pPr>
            <a:lvl3pPr indent="-323850" lvl="2" marL="1371600" marR="0" algn="l">
              <a:lnSpc>
                <a:spcPct val="90000"/>
              </a:lnSpc>
              <a:spcBef>
                <a:spcPts val="1200"/>
              </a:spcBef>
              <a:spcAft>
                <a:spcPts val="0"/>
              </a:spcAft>
              <a:buClr>
                <a:schemeClr val="dk1"/>
              </a:buClr>
              <a:buSzPts val="1500"/>
              <a:buFont typeface="Arial"/>
              <a:buChar char="•"/>
              <a:defRPr b="0" i="0" sz="1500" u="none" cap="none" strike="noStrike">
                <a:solidFill>
                  <a:schemeClr val="dk1"/>
                </a:solidFill>
                <a:latin typeface="Roboto"/>
                <a:ea typeface="Roboto"/>
                <a:cs typeface="Roboto"/>
                <a:sym typeface="Roboto"/>
              </a:defRPr>
            </a:lvl3pPr>
            <a:lvl4pPr indent="-317500" lvl="3" marL="1828800" marR="0" algn="l">
              <a:lnSpc>
                <a:spcPct val="90000"/>
              </a:lnSpc>
              <a:spcBef>
                <a:spcPts val="1200"/>
              </a:spcBef>
              <a:spcAft>
                <a:spcPts val="0"/>
              </a:spcAft>
              <a:buClr>
                <a:schemeClr val="dk1"/>
              </a:buClr>
              <a:buSzPts val="1400"/>
              <a:buFont typeface="Arial"/>
              <a:buChar char="•"/>
              <a:defRPr b="0" i="0" sz="1400" u="none" cap="none" strike="noStrike">
                <a:solidFill>
                  <a:schemeClr val="dk1"/>
                </a:solidFill>
                <a:latin typeface="Roboto"/>
                <a:ea typeface="Roboto"/>
                <a:cs typeface="Roboto"/>
                <a:sym typeface="Roboto"/>
              </a:defRPr>
            </a:lvl4pPr>
            <a:lvl5pPr indent="-317500" lvl="4" marL="2286000" marR="0" algn="l">
              <a:lnSpc>
                <a:spcPct val="90000"/>
              </a:lnSpc>
              <a:spcBef>
                <a:spcPts val="1200"/>
              </a:spcBef>
              <a:spcAft>
                <a:spcPts val="0"/>
              </a:spcAft>
              <a:buClr>
                <a:schemeClr val="dk1"/>
              </a:buClr>
              <a:buSzPts val="1400"/>
              <a:buFont typeface="Arial"/>
              <a:buChar char="•"/>
              <a:defRPr b="0" i="0" sz="1400" u="none" cap="none" strike="noStrike">
                <a:solidFill>
                  <a:schemeClr val="dk1"/>
                </a:solidFill>
                <a:latin typeface="Roboto"/>
                <a:ea typeface="Roboto"/>
                <a:cs typeface="Roboto"/>
                <a:sym typeface="Roboto"/>
              </a:defRPr>
            </a:lvl5pPr>
            <a:lvl6pPr indent="-317500" lvl="5" marL="2743200" marR="0" algn="l">
              <a:lnSpc>
                <a:spcPct val="90000"/>
              </a:lnSpc>
              <a:spcBef>
                <a:spcPts val="1200"/>
              </a:spcBef>
              <a:spcAft>
                <a:spcPts val="0"/>
              </a:spcAft>
              <a:buClr>
                <a:schemeClr val="dk1"/>
              </a:buClr>
              <a:buSzPts val="1400"/>
              <a:buFont typeface="Arial"/>
              <a:buChar char="•"/>
              <a:defRPr b="0" i="0" sz="1400" u="none" cap="none" strike="noStrike">
                <a:solidFill>
                  <a:schemeClr val="dk1"/>
                </a:solidFill>
                <a:latin typeface="Roboto Light"/>
                <a:ea typeface="Roboto Light"/>
                <a:cs typeface="Roboto Light"/>
                <a:sym typeface="Roboto Light"/>
              </a:defRPr>
            </a:lvl6pPr>
            <a:lvl7pPr indent="-317500" lvl="6" marL="3200400" marR="0" algn="l">
              <a:lnSpc>
                <a:spcPct val="90000"/>
              </a:lnSpc>
              <a:spcBef>
                <a:spcPts val="1200"/>
              </a:spcBef>
              <a:spcAft>
                <a:spcPts val="0"/>
              </a:spcAft>
              <a:buClr>
                <a:schemeClr val="dk1"/>
              </a:buClr>
              <a:buSzPts val="1400"/>
              <a:buFont typeface="Arial"/>
              <a:buChar char="•"/>
              <a:defRPr b="0" i="0" sz="1400" u="none" cap="none" strike="noStrike">
                <a:solidFill>
                  <a:schemeClr val="dk1"/>
                </a:solidFill>
                <a:latin typeface="Roboto Light"/>
                <a:ea typeface="Roboto Light"/>
                <a:cs typeface="Roboto Light"/>
                <a:sym typeface="Roboto Light"/>
              </a:defRPr>
            </a:lvl7pPr>
            <a:lvl8pPr indent="-317500" lvl="7" marL="3657600" marR="0" algn="l">
              <a:lnSpc>
                <a:spcPct val="90000"/>
              </a:lnSpc>
              <a:spcBef>
                <a:spcPts val="1200"/>
              </a:spcBef>
              <a:spcAft>
                <a:spcPts val="0"/>
              </a:spcAft>
              <a:buClr>
                <a:schemeClr val="dk1"/>
              </a:buClr>
              <a:buSzPts val="1400"/>
              <a:buFont typeface="Arial"/>
              <a:buChar char="•"/>
              <a:defRPr b="0" i="0" sz="1400" u="none" cap="none" strike="noStrike">
                <a:solidFill>
                  <a:schemeClr val="dk1"/>
                </a:solidFill>
                <a:latin typeface="Roboto Light"/>
                <a:ea typeface="Roboto Light"/>
                <a:cs typeface="Roboto Light"/>
                <a:sym typeface="Roboto Light"/>
              </a:defRPr>
            </a:lvl8pPr>
            <a:lvl9pPr indent="-317500" lvl="8" marL="4114800" marR="0" algn="l">
              <a:lnSpc>
                <a:spcPct val="90000"/>
              </a:lnSpc>
              <a:spcBef>
                <a:spcPts val="1200"/>
              </a:spcBef>
              <a:spcAft>
                <a:spcPts val="1200"/>
              </a:spcAft>
              <a:buClr>
                <a:schemeClr val="dk1"/>
              </a:buClr>
              <a:buSzPts val="1400"/>
              <a:buFont typeface="Arial"/>
              <a:buChar char="•"/>
              <a:defRPr b="0" i="0" sz="1400" u="none" cap="none" strike="noStrike">
                <a:solidFill>
                  <a:schemeClr val="dk1"/>
                </a:solidFill>
                <a:latin typeface="Roboto Light"/>
                <a:ea typeface="Roboto Light"/>
                <a:cs typeface="Roboto Light"/>
                <a:sym typeface="Roboto Light"/>
              </a:defRPr>
            </a:lvl9pPr>
          </a:lstStyle>
          <a:p/>
        </p:txBody>
      </p:sp>
      <p:sp>
        <p:nvSpPr>
          <p:cNvPr id="19" name="Google Shape;19;p13"/>
          <p:cNvSpPr/>
          <p:nvPr/>
        </p:nvSpPr>
        <p:spPr>
          <a:xfrm>
            <a:off x="5685299" y="-1"/>
            <a:ext cx="3458700" cy="5143500"/>
          </a:xfrm>
          <a:prstGeom prst="rect">
            <a:avLst/>
          </a:prstGeom>
          <a:blipFill rotWithShape="1">
            <a:blip r:embed="rId2">
              <a:alphaModFix/>
            </a:blip>
            <a:stretch>
              <a:fillRect b="-10" l="0" r="0" t="-20"/>
            </a:stretch>
          </a:blip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5"/>
              </a:solidFill>
              <a:latin typeface="Roboto Light"/>
              <a:ea typeface="Roboto Light"/>
              <a:cs typeface="Roboto Light"/>
              <a:sym typeface="Roboto Light"/>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C, privacy &amp; ISO">
  <p:cSld name="CIC, privacy &amp; ISO">
    <p:spTree>
      <p:nvGrpSpPr>
        <p:cNvPr id="20" name="Shape 20"/>
        <p:cNvGrpSpPr/>
        <p:nvPr/>
      </p:nvGrpSpPr>
      <p:grpSpPr>
        <a:xfrm>
          <a:off x="0" y="0"/>
          <a:ext cx="0" cy="0"/>
          <a:chOff x="0" y="0"/>
          <a:chExt cx="0" cy="0"/>
        </a:xfrm>
      </p:grpSpPr>
      <p:sp>
        <p:nvSpPr>
          <p:cNvPr id="21" name="Google Shape;21;p14"/>
          <p:cNvSpPr/>
          <p:nvPr/>
        </p:nvSpPr>
        <p:spPr>
          <a:xfrm>
            <a:off x="555427" y="1333376"/>
            <a:ext cx="8588400" cy="38100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Roboto Light"/>
              <a:ea typeface="Roboto Light"/>
              <a:cs typeface="Roboto Light"/>
              <a:sym typeface="Roboto Light"/>
            </a:endParaRPr>
          </a:p>
        </p:txBody>
      </p:sp>
      <p:sp>
        <p:nvSpPr>
          <p:cNvPr id="22" name="Google Shape;22;p14"/>
          <p:cNvSpPr/>
          <p:nvPr/>
        </p:nvSpPr>
        <p:spPr>
          <a:xfrm>
            <a:off x="6753225" y="-1"/>
            <a:ext cx="2391000" cy="51435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Roboto Light"/>
              <a:ea typeface="Roboto Light"/>
              <a:cs typeface="Roboto Light"/>
              <a:sym typeface="Roboto Light"/>
            </a:endParaRPr>
          </a:p>
        </p:txBody>
      </p:sp>
      <p:sp>
        <p:nvSpPr>
          <p:cNvPr id="23" name="Google Shape;23;p14"/>
          <p:cNvSpPr/>
          <p:nvPr/>
        </p:nvSpPr>
        <p:spPr>
          <a:xfrm>
            <a:off x="8758238" y="375047"/>
            <a:ext cx="804900" cy="804900"/>
          </a:xfrm>
          <a:prstGeom prst="ellipse">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Roboto Light"/>
              <a:ea typeface="Roboto Light"/>
              <a:cs typeface="Roboto Light"/>
              <a:sym typeface="Roboto Light"/>
            </a:endParaRPr>
          </a:p>
        </p:txBody>
      </p:sp>
      <p:sp>
        <p:nvSpPr>
          <p:cNvPr id="24" name="Google Shape;24;p14"/>
          <p:cNvSpPr/>
          <p:nvPr/>
        </p:nvSpPr>
        <p:spPr>
          <a:xfrm>
            <a:off x="904875" y="4657035"/>
            <a:ext cx="1066790" cy="270031"/>
          </a:xfrm>
          <a:custGeom>
            <a:rect b="b" l="l" r="r" t="t"/>
            <a:pathLst>
              <a:path extrusionOk="0" h="1944" w="7680">
                <a:moveTo>
                  <a:pt x="2938" y="627"/>
                </a:moveTo>
                <a:lnTo>
                  <a:pt x="2826" y="627"/>
                </a:lnTo>
                <a:lnTo>
                  <a:pt x="2826" y="627"/>
                </a:lnTo>
                <a:lnTo>
                  <a:pt x="2819" y="627"/>
                </a:lnTo>
                <a:lnTo>
                  <a:pt x="2818" y="629"/>
                </a:lnTo>
                <a:lnTo>
                  <a:pt x="2816" y="633"/>
                </a:lnTo>
                <a:lnTo>
                  <a:pt x="2804" y="681"/>
                </a:lnTo>
                <a:lnTo>
                  <a:pt x="2804" y="681"/>
                </a:lnTo>
                <a:lnTo>
                  <a:pt x="2801" y="684"/>
                </a:lnTo>
                <a:lnTo>
                  <a:pt x="2797" y="686"/>
                </a:lnTo>
                <a:lnTo>
                  <a:pt x="2794" y="686"/>
                </a:lnTo>
                <a:lnTo>
                  <a:pt x="2789" y="682"/>
                </a:lnTo>
                <a:lnTo>
                  <a:pt x="2789" y="682"/>
                </a:lnTo>
                <a:lnTo>
                  <a:pt x="2773" y="669"/>
                </a:lnTo>
                <a:lnTo>
                  <a:pt x="2756" y="657"/>
                </a:lnTo>
                <a:lnTo>
                  <a:pt x="2734" y="645"/>
                </a:lnTo>
                <a:lnTo>
                  <a:pt x="2711" y="634"/>
                </a:lnTo>
                <a:lnTo>
                  <a:pt x="2687" y="626"/>
                </a:lnTo>
                <a:lnTo>
                  <a:pt x="2661" y="619"/>
                </a:lnTo>
                <a:lnTo>
                  <a:pt x="2636" y="615"/>
                </a:lnTo>
                <a:lnTo>
                  <a:pt x="2610" y="614"/>
                </a:lnTo>
                <a:lnTo>
                  <a:pt x="2610" y="614"/>
                </a:lnTo>
                <a:lnTo>
                  <a:pt x="2575" y="615"/>
                </a:lnTo>
                <a:lnTo>
                  <a:pt x="2541" y="620"/>
                </a:lnTo>
                <a:lnTo>
                  <a:pt x="2510" y="627"/>
                </a:lnTo>
                <a:lnTo>
                  <a:pt x="2481" y="639"/>
                </a:lnTo>
                <a:lnTo>
                  <a:pt x="2453" y="653"/>
                </a:lnTo>
                <a:lnTo>
                  <a:pt x="2428" y="669"/>
                </a:lnTo>
                <a:lnTo>
                  <a:pt x="2404" y="688"/>
                </a:lnTo>
                <a:lnTo>
                  <a:pt x="2383" y="710"/>
                </a:lnTo>
                <a:lnTo>
                  <a:pt x="2364" y="734"/>
                </a:lnTo>
                <a:lnTo>
                  <a:pt x="2347" y="761"/>
                </a:lnTo>
                <a:lnTo>
                  <a:pt x="2333" y="789"/>
                </a:lnTo>
                <a:lnTo>
                  <a:pt x="2321" y="820"/>
                </a:lnTo>
                <a:lnTo>
                  <a:pt x="2311" y="853"/>
                </a:lnTo>
                <a:lnTo>
                  <a:pt x="2304" y="889"/>
                </a:lnTo>
                <a:lnTo>
                  <a:pt x="2301" y="925"/>
                </a:lnTo>
                <a:lnTo>
                  <a:pt x="2299" y="963"/>
                </a:lnTo>
                <a:lnTo>
                  <a:pt x="2299" y="963"/>
                </a:lnTo>
                <a:lnTo>
                  <a:pt x="2301" y="1000"/>
                </a:lnTo>
                <a:lnTo>
                  <a:pt x="2306" y="1036"/>
                </a:lnTo>
                <a:lnTo>
                  <a:pt x="2313" y="1071"/>
                </a:lnTo>
                <a:lnTo>
                  <a:pt x="2321" y="1103"/>
                </a:lnTo>
                <a:lnTo>
                  <a:pt x="2335" y="1134"/>
                </a:lnTo>
                <a:lnTo>
                  <a:pt x="2349" y="1164"/>
                </a:lnTo>
                <a:lnTo>
                  <a:pt x="2366" y="1189"/>
                </a:lnTo>
                <a:lnTo>
                  <a:pt x="2385" y="1215"/>
                </a:lnTo>
                <a:lnTo>
                  <a:pt x="2407" y="1236"/>
                </a:lnTo>
                <a:lnTo>
                  <a:pt x="2431" y="1255"/>
                </a:lnTo>
                <a:lnTo>
                  <a:pt x="2455" y="1272"/>
                </a:lnTo>
                <a:lnTo>
                  <a:pt x="2483" y="1286"/>
                </a:lnTo>
                <a:lnTo>
                  <a:pt x="2512" y="1296"/>
                </a:lnTo>
                <a:lnTo>
                  <a:pt x="2543" y="1305"/>
                </a:lnTo>
                <a:lnTo>
                  <a:pt x="2575" y="1310"/>
                </a:lnTo>
                <a:lnTo>
                  <a:pt x="2610" y="1311"/>
                </a:lnTo>
                <a:lnTo>
                  <a:pt x="2610" y="1311"/>
                </a:lnTo>
                <a:lnTo>
                  <a:pt x="2630" y="1310"/>
                </a:lnTo>
                <a:lnTo>
                  <a:pt x="2649" y="1308"/>
                </a:lnTo>
                <a:lnTo>
                  <a:pt x="2667" y="1305"/>
                </a:lnTo>
                <a:lnTo>
                  <a:pt x="2684" y="1301"/>
                </a:lnTo>
                <a:lnTo>
                  <a:pt x="2715" y="1291"/>
                </a:lnTo>
                <a:lnTo>
                  <a:pt x="2740" y="1279"/>
                </a:lnTo>
                <a:lnTo>
                  <a:pt x="2761" y="1267"/>
                </a:lnTo>
                <a:lnTo>
                  <a:pt x="2776" y="1255"/>
                </a:lnTo>
                <a:lnTo>
                  <a:pt x="2792" y="1241"/>
                </a:lnTo>
                <a:lnTo>
                  <a:pt x="2792" y="1241"/>
                </a:lnTo>
                <a:lnTo>
                  <a:pt x="2795" y="1239"/>
                </a:lnTo>
                <a:lnTo>
                  <a:pt x="2799" y="1239"/>
                </a:lnTo>
                <a:lnTo>
                  <a:pt x="2802" y="1243"/>
                </a:lnTo>
                <a:lnTo>
                  <a:pt x="2804" y="1244"/>
                </a:lnTo>
                <a:lnTo>
                  <a:pt x="2804" y="1554"/>
                </a:lnTo>
                <a:lnTo>
                  <a:pt x="2804" y="1554"/>
                </a:lnTo>
                <a:lnTo>
                  <a:pt x="2804" y="1557"/>
                </a:lnTo>
                <a:lnTo>
                  <a:pt x="2806" y="1559"/>
                </a:lnTo>
                <a:lnTo>
                  <a:pt x="2807" y="1561"/>
                </a:lnTo>
                <a:lnTo>
                  <a:pt x="2809" y="1561"/>
                </a:lnTo>
                <a:lnTo>
                  <a:pt x="2938" y="1561"/>
                </a:lnTo>
                <a:lnTo>
                  <a:pt x="2938" y="1561"/>
                </a:lnTo>
                <a:lnTo>
                  <a:pt x="2941" y="1561"/>
                </a:lnTo>
                <a:lnTo>
                  <a:pt x="2943" y="1559"/>
                </a:lnTo>
                <a:lnTo>
                  <a:pt x="2945" y="1557"/>
                </a:lnTo>
                <a:lnTo>
                  <a:pt x="2945" y="1554"/>
                </a:lnTo>
                <a:lnTo>
                  <a:pt x="2945" y="633"/>
                </a:lnTo>
                <a:lnTo>
                  <a:pt x="2945" y="633"/>
                </a:lnTo>
                <a:lnTo>
                  <a:pt x="2945" y="631"/>
                </a:lnTo>
                <a:lnTo>
                  <a:pt x="2943" y="629"/>
                </a:lnTo>
                <a:lnTo>
                  <a:pt x="2941" y="627"/>
                </a:lnTo>
                <a:lnTo>
                  <a:pt x="2938" y="627"/>
                </a:lnTo>
                <a:lnTo>
                  <a:pt x="2938" y="627"/>
                </a:lnTo>
                <a:close/>
                <a:moveTo>
                  <a:pt x="2629" y="1181"/>
                </a:moveTo>
                <a:lnTo>
                  <a:pt x="2629" y="1181"/>
                </a:lnTo>
                <a:lnTo>
                  <a:pt x="2608" y="1181"/>
                </a:lnTo>
                <a:lnTo>
                  <a:pt x="2587" y="1177"/>
                </a:lnTo>
                <a:lnTo>
                  <a:pt x="2567" y="1172"/>
                </a:lnTo>
                <a:lnTo>
                  <a:pt x="2550" y="1165"/>
                </a:lnTo>
                <a:lnTo>
                  <a:pt x="2533" y="1157"/>
                </a:lnTo>
                <a:lnTo>
                  <a:pt x="2517" y="1146"/>
                </a:lnTo>
                <a:lnTo>
                  <a:pt x="2503" y="1134"/>
                </a:lnTo>
                <a:lnTo>
                  <a:pt x="2491" y="1121"/>
                </a:lnTo>
                <a:lnTo>
                  <a:pt x="2479" y="1105"/>
                </a:lnTo>
                <a:lnTo>
                  <a:pt x="2471" y="1088"/>
                </a:lnTo>
                <a:lnTo>
                  <a:pt x="2462" y="1071"/>
                </a:lnTo>
                <a:lnTo>
                  <a:pt x="2455" y="1050"/>
                </a:lnTo>
                <a:lnTo>
                  <a:pt x="2450" y="1030"/>
                </a:lnTo>
                <a:lnTo>
                  <a:pt x="2445" y="1009"/>
                </a:lnTo>
                <a:lnTo>
                  <a:pt x="2443" y="987"/>
                </a:lnTo>
                <a:lnTo>
                  <a:pt x="2443" y="963"/>
                </a:lnTo>
                <a:lnTo>
                  <a:pt x="2443" y="963"/>
                </a:lnTo>
                <a:lnTo>
                  <a:pt x="2443" y="938"/>
                </a:lnTo>
                <a:lnTo>
                  <a:pt x="2445" y="916"/>
                </a:lnTo>
                <a:lnTo>
                  <a:pt x="2450" y="894"/>
                </a:lnTo>
                <a:lnTo>
                  <a:pt x="2455" y="873"/>
                </a:lnTo>
                <a:lnTo>
                  <a:pt x="2462" y="854"/>
                </a:lnTo>
                <a:lnTo>
                  <a:pt x="2471" y="835"/>
                </a:lnTo>
                <a:lnTo>
                  <a:pt x="2479" y="820"/>
                </a:lnTo>
                <a:lnTo>
                  <a:pt x="2491" y="804"/>
                </a:lnTo>
                <a:lnTo>
                  <a:pt x="2503" y="791"/>
                </a:lnTo>
                <a:lnTo>
                  <a:pt x="2517" y="777"/>
                </a:lnTo>
                <a:lnTo>
                  <a:pt x="2533" y="767"/>
                </a:lnTo>
                <a:lnTo>
                  <a:pt x="2550" y="758"/>
                </a:lnTo>
                <a:lnTo>
                  <a:pt x="2567" y="751"/>
                </a:lnTo>
                <a:lnTo>
                  <a:pt x="2587" y="746"/>
                </a:lnTo>
                <a:lnTo>
                  <a:pt x="2608" y="743"/>
                </a:lnTo>
                <a:lnTo>
                  <a:pt x="2629" y="743"/>
                </a:lnTo>
                <a:lnTo>
                  <a:pt x="2629" y="743"/>
                </a:lnTo>
                <a:lnTo>
                  <a:pt x="2649" y="743"/>
                </a:lnTo>
                <a:lnTo>
                  <a:pt x="2670" y="746"/>
                </a:lnTo>
                <a:lnTo>
                  <a:pt x="2687" y="751"/>
                </a:lnTo>
                <a:lnTo>
                  <a:pt x="2704" y="758"/>
                </a:lnTo>
                <a:lnTo>
                  <a:pt x="2720" y="767"/>
                </a:lnTo>
                <a:lnTo>
                  <a:pt x="2734" y="777"/>
                </a:lnTo>
                <a:lnTo>
                  <a:pt x="2747" y="791"/>
                </a:lnTo>
                <a:lnTo>
                  <a:pt x="2759" y="804"/>
                </a:lnTo>
                <a:lnTo>
                  <a:pt x="2770" y="820"/>
                </a:lnTo>
                <a:lnTo>
                  <a:pt x="2778" y="835"/>
                </a:lnTo>
                <a:lnTo>
                  <a:pt x="2785" y="854"/>
                </a:lnTo>
                <a:lnTo>
                  <a:pt x="2792" y="873"/>
                </a:lnTo>
                <a:lnTo>
                  <a:pt x="2797" y="894"/>
                </a:lnTo>
                <a:lnTo>
                  <a:pt x="2801" y="916"/>
                </a:lnTo>
                <a:lnTo>
                  <a:pt x="2802" y="938"/>
                </a:lnTo>
                <a:lnTo>
                  <a:pt x="2804" y="963"/>
                </a:lnTo>
                <a:lnTo>
                  <a:pt x="2804" y="963"/>
                </a:lnTo>
                <a:lnTo>
                  <a:pt x="2802" y="987"/>
                </a:lnTo>
                <a:lnTo>
                  <a:pt x="2801" y="1011"/>
                </a:lnTo>
                <a:lnTo>
                  <a:pt x="2797" y="1033"/>
                </a:lnTo>
                <a:lnTo>
                  <a:pt x="2792" y="1054"/>
                </a:lnTo>
                <a:lnTo>
                  <a:pt x="2785" y="1073"/>
                </a:lnTo>
                <a:lnTo>
                  <a:pt x="2778" y="1091"/>
                </a:lnTo>
                <a:lnTo>
                  <a:pt x="2770" y="1107"/>
                </a:lnTo>
                <a:lnTo>
                  <a:pt x="2759" y="1122"/>
                </a:lnTo>
                <a:lnTo>
                  <a:pt x="2747" y="1136"/>
                </a:lnTo>
                <a:lnTo>
                  <a:pt x="2734" y="1148"/>
                </a:lnTo>
                <a:lnTo>
                  <a:pt x="2720" y="1158"/>
                </a:lnTo>
                <a:lnTo>
                  <a:pt x="2704" y="1165"/>
                </a:lnTo>
                <a:lnTo>
                  <a:pt x="2687" y="1172"/>
                </a:lnTo>
                <a:lnTo>
                  <a:pt x="2670" y="1177"/>
                </a:lnTo>
                <a:lnTo>
                  <a:pt x="2649" y="1181"/>
                </a:lnTo>
                <a:lnTo>
                  <a:pt x="2629" y="1181"/>
                </a:lnTo>
                <a:lnTo>
                  <a:pt x="2629" y="1181"/>
                </a:lnTo>
                <a:close/>
                <a:moveTo>
                  <a:pt x="3648" y="627"/>
                </a:moveTo>
                <a:lnTo>
                  <a:pt x="3519" y="627"/>
                </a:lnTo>
                <a:lnTo>
                  <a:pt x="3519" y="627"/>
                </a:lnTo>
                <a:lnTo>
                  <a:pt x="3517" y="627"/>
                </a:lnTo>
                <a:lnTo>
                  <a:pt x="3515" y="629"/>
                </a:lnTo>
                <a:lnTo>
                  <a:pt x="3514" y="631"/>
                </a:lnTo>
                <a:lnTo>
                  <a:pt x="3514" y="633"/>
                </a:lnTo>
                <a:lnTo>
                  <a:pt x="3514" y="1004"/>
                </a:lnTo>
                <a:lnTo>
                  <a:pt x="3514" y="1004"/>
                </a:lnTo>
                <a:lnTo>
                  <a:pt x="3512" y="1021"/>
                </a:lnTo>
                <a:lnTo>
                  <a:pt x="3510" y="1038"/>
                </a:lnTo>
                <a:lnTo>
                  <a:pt x="3507" y="1054"/>
                </a:lnTo>
                <a:lnTo>
                  <a:pt x="3503" y="1069"/>
                </a:lnTo>
                <a:lnTo>
                  <a:pt x="3498" y="1085"/>
                </a:lnTo>
                <a:lnTo>
                  <a:pt x="3491" y="1100"/>
                </a:lnTo>
                <a:lnTo>
                  <a:pt x="3483" y="1114"/>
                </a:lnTo>
                <a:lnTo>
                  <a:pt x="3472" y="1126"/>
                </a:lnTo>
                <a:lnTo>
                  <a:pt x="3462" y="1138"/>
                </a:lnTo>
                <a:lnTo>
                  <a:pt x="3450" y="1150"/>
                </a:lnTo>
                <a:lnTo>
                  <a:pt x="3438" y="1158"/>
                </a:lnTo>
                <a:lnTo>
                  <a:pt x="3422" y="1167"/>
                </a:lnTo>
                <a:lnTo>
                  <a:pt x="3407" y="1172"/>
                </a:lnTo>
                <a:lnTo>
                  <a:pt x="3390" y="1177"/>
                </a:lnTo>
                <a:lnTo>
                  <a:pt x="3373" y="1181"/>
                </a:lnTo>
                <a:lnTo>
                  <a:pt x="3352" y="1181"/>
                </a:lnTo>
                <a:lnTo>
                  <a:pt x="3352" y="1181"/>
                </a:lnTo>
                <a:lnTo>
                  <a:pt x="3331" y="1181"/>
                </a:lnTo>
                <a:lnTo>
                  <a:pt x="3311" y="1177"/>
                </a:lnTo>
                <a:lnTo>
                  <a:pt x="3294" y="1172"/>
                </a:lnTo>
                <a:lnTo>
                  <a:pt x="3278" y="1165"/>
                </a:lnTo>
                <a:lnTo>
                  <a:pt x="3263" y="1157"/>
                </a:lnTo>
                <a:lnTo>
                  <a:pt x="3249" y="1146"/>
                </a:lnTo>
                <a:lnTo>
                  <a:pt x="3237" y="1136"/>
                </a:lnTo>
                <a:lnTo>
                  <a:pt x="3227" y="1122"/>
                </a:lnTo>
                <a:lnTo>
                  <a:pt x="3218" y="1109"/>
                </a:lnTo>
                <a:lnTo>
                  <a:pt x="3211" y="1095"/>
                </a:lnTo>
                <a:lnTo>
                  <a:pt x="3204" y="1079"/>
                </a:lnTo>
                <a:lnTo>
                  <a:pt x="3199" y="1064"/>
                </a:lnTo>
                <a:lnTo>
                  <a:pt x="3196" y="1047"/>
                </a:lnTo>
                <a:lnTo>
                  <a:pt x="3192" y="1031"/>
                </a:lnTo>
                <a:lnTo>
                  <a:pt x="3191" y="1014"/>
                </a:lnTo>
                <a:lnTo>
                  <a:pt x="3191" y="997"/>
                </a:lnTo>
                <a:lnTo>
                  <a:pt x="3191" y="633"/>
                </a:lnTo>
                <a:lnTo>
                  <a:pt x="3191" y="633"/>
                </a:lnTo>
                <a:lnTo>
                  <a:pt x="3191" y="631"/>
                </a:lnTo>
                <a:lnTo>
                  <a:pt x="3189" y="629"/>
                </a:lnTo>
                <a:lnTo>
                  <a:pt x="3187" y="627"/>
                </a:lnTo>
                <a:lnTo>
                  <a:pt x="3184" y="627"/>
                </a:lnTo>
                <a:lnTo>
                  <a:pt x="3055" y="627"/>
                </a:lnTo>
                <a:lnTo>
                  <a:pt x="3055" y="627"/>
                </a:lnTo>
                <a:lnTo>
                  <a:pt x="3051" y="627"/>
                </a:lnTo>
                <a:lnTo>
                  <a:pt x="3050" y="629"/>
                </a:lnTo>
                <a:lnTo>
                  <a:pt x="3048" y="631"/>
                </a:lnTo>
                <a:lnTo>
                  <a:pt x="3048" y="633"/>
                </a:lnTo>
                <a:lnTo>
                  <a:pt x="3048" y="997"/>
                </a:lnTo>
                <a:lnTo>
                  <a:pt x="3048" y="997"/>
                </a:lnTo>
                <a:lnTo>
                  <a:pt x="3048" y="1028"/>
                </a:lnTo>
                <a:lnTo>
                  <a:pt x="3051" y="1059"/>
                </a:lnTo>
                <a:lnTo>
                  <a:pt x="3057" y="1088"/>
                </a:lnTo>
                <a:lnTo>
                  <a:pt x="3063" y="1117"/>
                </a:lnTo>
                <a:lnTo>
                  <a:pt x="3074" y="1145"/>
                </a:lnTo>
                <a:lnTo>
                  <a:pt x="3084" y="1171"/>
                </a:lnTo>
                <a:lnTo>
                  <a:pt x="3099" y="1195"/>
                </a:lnTo>
                <a:lnTo>
                  <a:pt x="3115" y="1217"/>
                </a:lnTo>
                <a:lnTo>
                  <a:pt x="3134" y="1238"/>
                </a:lnTo>
                <a:lnTo>
                  <a:pt x="3154" y="1256"/>
                </a:lnTo>
                <a:lnTo>
                  <a:pt x="3177" y="1272"/>
                </a:lnTo>
                <a:lnTo>
                  <a:pt x="3204" y="1286"/>
                </a:lnTo>
                <a:lnTo>
                  <a:pt x="3232" y="1296"/>
                </a:lnTo>
                <a:lnTo>
                  <a:pt x="3263" y="1305"/>
                </a:lnTo>
                <a:lnTo>
                  <a:pt x="3297" y="1310"/>
                </a:lnTo>
                <a:lnTo>
                  <a:pt x="3333" y="1311"/>
                </a:lnTo>
                <a:lnTo>
                  <a:pt x="3333" y="1311"/>
                </a:lnTo>
                <a:lnTo>
                  <a:pt x="3359" y="1310"/>
                </a:lnTo>
                <a:lnTo>
                  <a:pt x="3385" y="1305"/>
                </a:lnTo>
                <a:lnTo>
                  <a:pt x="3409" y="1298"/>
                </a:lnTo>
                <a:lnTo>
                  <a:pt x="3433" y="1289"/>
                </a:lnTo>
                <a:lnTo>
                  <a:pt x="3453" y="1279"/>
                </a:lnTo>
                <a:lnTo>
                  <a:pt x="3471" y="1265"/>
                </a:lnTo>
                <a:lnTo>
                  <a:pt x="3486" y="1253"/>
                </a:lnTo>
                <a:lnTo>
                  <a:pt x="3498" y="1239"/>
                </a:lnTo>
                <a:lnTo>
                  <a:pt x="3498" y="1239"/>
                </a:lnTo>
                <a:lnTo>
                  <a:pt x="3502" y="1238"/>
                </a:lnTo>
                <a:lnTo>
                  <a:pt x="3507" y="1236"/>
                </a:lnTo>
                <a:lnTo>
                  <a:pt x="3510" y="1238"/>
                </a:lnTo>
                <a:lnTo>
                  <a:pt x="3514" y="1241"/>
                </a:lnTo>
                <a:lnTo>
                  <a:pt x="3526" y="1291"/>
                </a:lnTo>
                <a:lnTo>
                  <a:pt x="3526" y="1291"/>
                </a:lnTo>
                <a:lnTo>
                  <a:pt x="3529" y="1296"/>
                </a:lnTo>
                <a:lnTo>
                  <a:pt x="3532" y="1298"/>
                </a:lnTo>
                <a:lnTo>
                  <a:pt x="3536" y="1298"/>
                </a:lnTo>
                <a:lnTo>
                  <a:pt x="3648" y="1298"/>
                </a:lnTo>
                <a:lnTo>
                  <a:pt x="3648" y="1298"/>
                </a:lnTo>
                <a:lnTo>
                  <a:pt x="3651" y="1298"/>
                </a:lnTo>
                <a:lnTo>
                  <a:pt x="3653" y="1296"/>
                </a:lnTo>
                <a:lnTo>
                  <a:pt x="3654" y="1294"/>
                </a:lnTo>
                <a:lnTo>
                  <a:pt x="3654" y="1291"/>
                </a:lnTo>
                <a:lnTo>
                  <a:pt x="3654" y="633"/>
                </a:lnTo>
                <a:lnTo>
                  <a:pt x="3654" y="633"/>
                </a:lnTo>
                <a:lnTo>
                  <a:pt x="3654" y="631"/>
                </a:lnTo>
                <a:lnTo>
                  <a:pt x="3653" y="629"/>
                </a:lnTo>
                <a:lnTo>
                  <a:pt x="3651" y="627"/>
                </a:lnTo>
                <a:lnTo>
                  <a:pt x="3648" y="627"/>
                </a:lnTo>
                <a:lnTo>
                  <a:pt x="3648" y="627"/>
                </a:lnTo>
                <a:close/>
                <a:moveTo>
                  <a:pt x="4441" y="1176"/>
                </a:moveTo>
                <a:lnTo>
                  <a:pt x="4412" y="1176"/>
                </a:lnTo>
                <a:lnTo>
                  <a:pt x="4412" y="1176"/>
                </a:lnTo>
                <a:lnTo>
                  <a:pt x="4402" y="1176"/>
                </a:lnTo>
                <a:lnTo>
                  <a:pt x="4393" y="1172"/>
                </a:lnTo>
                <a:lnTo>
                  <a:pt x="4385" y="1169"/>
                </a:lnTo>
                <a:lnTo>
                  <a:pt x="4378" y="1164"/>
                </a:lnTo>
                <a:lnTo>
                  <a:pt x="4373" y="1157"/>
                </a:lnTo>
                <a:lnTo>
                  <a:pt x="4369" y="1148"/>
                </a:lnTo>
                <a:lnTo>
                  <a:pt x="4367" y="1141"/>
                </a:lnTo>
                <a:lnTo>
                  <a:pt x="4366" y="1133"/>
                </a:lnTo>
                <a:lnTo>
                  <a:pt x="4366" y="859"/>
                </a:lnTo>
                <a:lnTo>
                  <a:pt x="4366" y="859"/>
                </a:lnTo>
                <a:lnTo>
                  <a:pt x="4364" y="830"/>
                </a:lnTo>
                <a:lnTo>
                  <a:pt x="4361" y="803"/>
                </a:lnTo>
                <a:lnTo>
                  <a:pt x="4354" y="777"/>
                </a:lnTo>
                <a:lnTo>
                  <a:pt x="4345" y="753"/>
                </a:lnTo>
                <a:lnTo>
                  <a:pt x="4333" y="731"/>
                </a:lnTo>
                <a:lnTo>
                  <a:pt x="4319" y="710"/>
                </a:lnTo>
                <a:lnTo>
                  <a:pt x="4304" y="691"/>
                </a:lnTo>
                <a:lnTo>
                  <a:pt x="4287" y="676"/>
                </a:lnTo>
                <a:lnTo>
                  <a:pt x="4266" y="660"/>
                </a:lnTo>
                <a:lnTo>
                  <a:pt x="4244" y="648"/>
                </a:lnTo>
                <a:lnTo>
                  <a:pt x="4218" y="638"/>
                </a:lnTo>
                <a:lnTo>
                  <a:pt x="4192" y="629"/>
                </a:lnTo>
                <a:lnTo>
                  <a:pt x="4165" y="622"/>
                </a:lnTo>
                <a:lnTo>
                  <a:pt x="4134" y="617"/>
                </a:lnTo>
                <a:lnTo>
                  <a:pt x="4103" y="614"/>
                </a:lnTo>
                <a:lnTo>
                  <a:pt x="4069" y="614"/>
                </a:lnTo>
                <a:lnTo>
                  <a:pt x="4069" y="614"/>
                </a:lnTo>
                <a:lnTo>
                  <a:pt x="4039" y="614"/>
                </a:lnTo>
                <a:lnTo>
                  <a:pt x="4012" y="617"/>
                </a:lnTo>
                <a:lnTo>
                  <a:pt x="3984" y="622"/>
                </a:lnTo>
                <a:lnTo>
                  <a:pt x="3959" y="627"/>
                </a:lnTo>
                <a:lnTo>
                  <a:pt x="3933" y="636"/>
                </a:lnTo>
                <a:lnTo>
                  <a:pt x="3909" y="646"/>
                </a:lnTo>
                <a:lnTo>
                  <a:pt x="3886" y="658"/>
                </a:lnTo>
                <a:lnTo>
                  <a:pt x="3866" y="672"/>
                </a:lnTo>
                <a:lnTo>
                  <a:pt x="3845" y="688"/>
                </a:lnTo>
                <a:lnTo>
                  <a:pt x="3828" y="705"/>
                </a:lnTo>
                <a:lnTo>
                  <a:pt x="3814" y="724"/>
                </a:lnTo>
                <a:lnTo>
                  <a:pt x="3800" y="744"/>
                </a:lnTo>
                <a:lnTo>
                  <a:pt x="3790" y="767"/>
                </a:lnTo>
                <a:lnTo>
                  <a:pt x="3783" y="792"/>
                </a:lnTo>
                <a:lnTo>
                  <a:pt x="3778" y="818"/>
                </a:lnTo>
                <a:lnTo>
                  <a:pt x="3776" y="847"/>
                </a:lnTo>
                <a:lnTo>
                  <a:pt x="3776" y="847"/>
                </a:lnTo>
                <a:lnTo>
                  <a:pt x="3778" y="849"/>
                </a:lnTo>
                <a:lnTo>
                  <a:pt x="3778" y="851"/>
                </a:lnTo>
                <a:lnTo>
                  <a:pt x="3782" y="853"/>
                </a:lnTo>
                <a:lnTo>
                  <a:pt x="3783" y="854"/>
                </a:lnTo>
                <a:lnTo>
                  <a:pt x="3912" y="854"/>
                </a:lnTo>
                <a:lnTo>
                  <a:pt x="3912" y="854"/>
                </a:lnTo>
                <a:lnTo>
                  <a:pt x="3916" y="853"/>
                </a:lnTo>
                <a:lnTo>
                  <a:pt x="3917" y="851"/>
                </a:lnTo>
                <a:lnTo>
                  <a:pt x="3919" y="849"/>
                </a:lnTo>
                <a:lnTo>
                  <a:pt x="3919" y="847"/>
                </a:lnTo>
                <a:lnTo>
                  <a:pt x="3919" y="847"/>
                </a:lnTo>
                <a:lnTo>
                  <a:pt x="3921" y="827"/>
                </a:lnTo>
                <a:lnTo>
                  <a:pt x="3924" y="816"/>
                </a:lnTo>
                <a:lnTo>
                  <a:pt x="3928" y="808"/>
                </a:lnTo>
                <a:lnTo>
                  <a:pt x="3933" y="798"/>
                </a:lnTo>
                <a:lnTo>
                  <a:pt x="3938" y="789"/>
                </a:lnTo>
                <a:lnTo>
                  <a:pt x="3945" y="782"/>
                </a:lnTo>
                <a:lnTo>
                  <a:pt x="3953" y="773"/>
                </a:lnTo>
                <a:lnTo>
                  <a:pt x="3964" y="767"/>
                </a:lnTo>
                <a:lnTo>
                  <a:pt x="3974" y="761"/>
                </a:lnTo>
                <a:lnTo>
                  <a:pt x="3986" y="756"/>
                </a:lnTo>
                <a:lnTo>
                  <a:pt x="4000" y="751"/>
                </a:lnTo>
                <a:lnTo>
                  <a:pt x="4015" y="748"/>
                </a:lnTo>
                <a:lnTo>
                  <a:pt x="4031" y="746"/>
                </a:lnTo>
                <a:lnTo>
                  <a:pt x="4050" y="744"/>
                </a:lnTo>
                <a:lnTo>
                  <a:pt x="4069" y="743"/>
                </a:lnTo>
                <a:lnTo>
                  <a:pt x="4069" y="743"/>
                </a:lnTo>
                <a:lnTo>
                  <a:pt x="4094" y="744"/>
                </a:lnTo>
                <a:lnTo>
                  <a:pt x="4117" y="746"/>
                </a:lnTo>
                <a:lnTo>
                  <a:pt x="4136" y="749"/>
                </a:lnTo>
                <a:lnTo>
                  <a:pt x="4153" y="755"/>
                </a:lnTo>
                <a:lnTo>
                  <a:pt x="4168" y="760"/>
                </a:lnTo>
                <a:lnTo>
                  <a:pt x="4180" y="767"/>
                </a:lnTo>
                <a:lnTo>
                  <a:pt x="4190" y="775"/>
                </a:lnTo>
                <a:lnTo>
                  <a:pt x="4201" y="784"/>
                </a:lnTo>
                <a:lnTo>
                  <a:pt x="4208" y="792"/>
                </a:lnTo>
                <a:lnTo>
                  <a:pt x="4213" y="801"/>
                </a:lnTo>
                <a:lnTo>
                  <a:pt x="4216" y="810"/>
                </a:lnTo>
                <a:lnTo>
                  <a:pt x="4220" y="818"/>
                </a:lnTo>
                <a:lnTo>
                  <a:pt x="4223" y="837"/>
                </a:lnTo>
                <a:lnTo>
                  <a:pt x="4223" y="854"/>
                </a:lnTo>
                <a:lnTo>
                  <a:pt x="4223" y="854"/>
                </a:lnTo>
                <a:lnTo>
                  <a:pt x="4223" y="859"/>
                </a:lnTo>
                <a:lnTo>
                  <a:pt x="4221" y="866"/>
                </a:lnTo>
                <a:lnTo>
                  <a:pt x="4218" y="871"/>
                </a:lnTo>
                <a:lnTo>
                  <a:pt x="4213" y="878"/>
                </a:lnTo>
                <a:lnTo>
                  <a:pt x="4208" y="883"/>
                </a:lnTo>
                <a:lnTo>
                  <a:pt x="4199" y="887"/>
                </a:lnTo>
                <a:lnTo>
                  <a:pt x="4190" y="890"/>
                </a:lnTo>
                <a:lnTo>
                  <a:pt x="4182" y="890"/>
                </a:lnTo>
                <a:lnTo>
                  <a:pt x="4044" y="890"/>
                </a:lnTo>
                <a:lnTo>
                  <a:pt x="4044" y="890"/>
                </a:lnTo>
                <a:lnTo>
                  <a:pt x="4010" y="892"/>
                </a:lnTo>
                <a:lnTo>
                  <a:pt x="3977" y="896"/>
                </a:lnTo>
                <a:lnTo>
                  <a:pt x="3947" y="901"/>
                </a:lnTo>
                <a:lnTo>
                  <a:pt x="3917" y="908"/>
                </a:lnTo>
                <a:lnTo>
                  <a:pt x="3892" y="916"/>
                </a:lnTo>
                <a:lnTo>
                  <a:pt x="3867" y="926"/>
                </a:lnTo>
                <a:lnTo>
                  <a:pt x="3847" y="938"/>
                </a:lnTo>
                <a:lnTo>
                  <a:pt x="3826" y="952"/>
                </a:lnTo>
                <a:lnTo>
                  <a:pt x="3809" y="966"/>
                </a:lnTo>
                <a:lnTo>
                  <a:pt x="3795" y="981"/>
                </a:lnTo>
                <a:lnTo>
                  <a:pt x="3783" y="999"/>
                </a:lnTo>
                <a:lnTo>
                  <a:pt x="3773" y="1018"/>
                </a:lnTo>
                <a:lnTo>
                  <a:pt x="3764" y="1036"/>
                </a:lnTo>
                <a:lnTo>
                  <a:pt x="3759" y="1057"/>
                </a:lnTo>
                <a:lnTo>
                  <a:pt x="3756" y="1078"/>
                </a:lnTo>
                <a:lnTo>
                  <a:pt x="3754" y="1098"/>
                </a:lnTo>
                <a:lnTo>
                  <a:pt x="3754" y="1098"/>
                </a:lnTo>
                <a:lnTo>
                  <a:pt x="3756" y="1122"/>
                </a:lnTo>
                <a:lnTo>
                  <a:pt x="3758" y="1143"/>
                </a:lnTo>
                <a:lnTo>
                  <a:pt x="3763" y="1164"/>
                </a:lnTo>
                <a:lnTo>
                  <a:pt x="3770" y="1184"/>
                </a:lnTo>
                <a:lnTo>
                  <a:pt x="3780" y="1203"/>
                </a:lnTo>
                <a:lnTo>
                  <a:pt x="3790" y="1220"/>
                </a:lnTo>
                <a:lnTo>
                  <a:pt x="3804" y="1236"/>
                </a:lnTo>
                <a:lnTo>
                  <a:pt x="3819" y="1251"/>
                </a:lnTo>
                <a:lnTo>
                  <a:pt x="3837" y="1265"/>
                </a:lnTo>
                <a:lnTo>
                  <a:pt x="3855" y="1277"/>
                </a:lnTo>
                <a:lnTo>
                  <a:pt x="3878" y="1287"/>
                </a:lnTo>
                <a:lnTo>
                  <a:pt x="3902" y="1296"/>
                </a:lnTo>
                <a:lnTo>
                  <a:pt x="3928" y="1303"/>
                </a:lnTo>
                <a:lnTo>
                  <a:pt x="3955" y="1308"/>
                </a:lnTo>
                <a:lnTo>
                  <a:pt x="3986" y="1310"/>
                </a:lnTo>
                <a:lnTo>
                  <a:pt x="4019" y="1311"/>
                </a:lnTo>
                <a:lnTo>
                  <a:pt x="4019" y="1311"/>
                </a:lnTo>
                <a:lnTo>
                  <a:pt x="4058" y="1310"/>
                </a:lnTo>
                <a:lnTo>
                  <a:pt x="4096" y="1305"/>
                </a:lnTo>
                <a:lnTo>
                  <a:pt x="4130" y="1296"/>
                </a:lnTo>
                <a:lnTo>
                  <a:pt x="4160" y="1286"/>
                </a:lnTo>
                <a:lnTo>
                  <a:pt x="4185" y="1274"/>
                </a:lnTo>
                <a:lnTo>
                  <a:pt x="4208" y="1262"/>
                </a:lnTo>
                <a:lnTo>
                  <a:pt x="4227" y="1248"/>
                </a:lnTo>
                <a:lnTo>
                  <a:pt x="4240" y="1234"/>
                </a:lnTo>
                <a:lnTo>
                  <a:pt x="4240" y="1234"/>
                </a:lnTo>
                <a:lnTo>
                  <a:pt x="4244" y="1232"/>
                </a:lnTo>
                <a:lnTo>
                  <a:pt x="4247" y="1232"/>
                </a:lnTo>
                <a:lnTo>
                  <a:pt x="4251" y="1232"/>
                </a:lnTo>
                <a:lnTo>
                  <a:pt x="4252" y="1236"/>
                </a:lnTo>
                <a:lnTo>
                  <a:pt x="4252" y="1236"/>
                </a:lnTo>
                <a:lnTo>
                  <a:pt x="4263" y="1250"/>
                </a:lnTo>
                <a:lnTo>
                  <a:pt x="4273" y="1262"/>
                </a:lnTo>
                <a:lnTo>
                  <a:pt x="4287" y="1274"/>
                </a:lnTo>
                <a:lnTo>
                  <a:pt x="4302" y="1282"/>
                </a:lnTo>
                <a:lnTo>
                  <a:pt x="4319" y="1289"/>
                </a:lnTo>
                <a:lnTo>
                  <a:pt x="4340" y="1294"/>
                </a:lnTo>
                <a:lnTo>
                  <a:pt x="4362" y="1298"/>
                </a:lnTo>
                <a:lnTo>
                  <a:pt x="4388" y="1298"/>
                </a:lnTo>
                <a:lnTo>
                  <a:pt x="4441" y="1298"/>
                </a:lnTo>
                <a:lnTo>
                  <a:pt x="4441" y="1298"/>
                </a:lnTo>
                <a:lnTo>
                  <a:pt x="4445" y="1298"/>
                </a:lnTo>
                <a:lnTo>
                  <a:pt x="4446" y="1296"/>
                </a:lnTo>
                <a:lnTo>
                  <a:pt x="4448" y="1294"/>
                </a:lnTo>
                <a:lnTo>
                  <a:pt x="4448" y="1291"/>
                </a:lnTo>
                <a:lnTo>
                  <a:pt x="4448" y="1183"/>
                </a:lnTo>
                <a:lnTo>
                  <a:pt x="4448" y="1183"/>
                </a:lnTo>
                <a:lnTo>
                  <a:pt x="4448" y="1179"/>
                </a:lnTo>
                <a:lnTo>
                  <a:pt x="4446" y="1177"/>
                </a:lnTo>
                <a:lnTo>
                  <a:pt x="4445" y="1176"/>
                </a:lnTo>
                <a:lnTo>
                  <a:pt x="4441" y="1176"/>
                </a:lnTo>
                <a:lnTo>
                  <a:pt x="4441" y="1176"/>
                </a:lnTo>
                <a:close/>
                <a:moveTo>
                  <a:pt x="4223" y="1023"/>
                </a:moveTo>
                <a:lnTo>
                  <a:pt x="4223" y="1023"/>
                </a:lnTo>
                <a:lnTo>
                  <a:pt x="4223" y="1036"/>
                </a:lnTo>
                <a:lnTo>
                  <a:pt x="4221" y="1050"/>
                </a:lnTo>
                <a:lnTo>
                  <a:pt x="4218" y="1064"/>
                </a:lnTo>
                <a:lnTo>
                  <a:pt x="4213" y="1078"/>
                </a:lnTo>
                <a:lnTo>
                  <a:pt x="4206" y="1091"/>
                </a:lnTo>
                <a:lnTo>
                  <a:pt x="4197" y="1105"/>
                </a:lnTo>
                <a:lnTo>
                  <a:pt x="4187" y="1119"/>
                </a:lnTo>
                <a:lnTo>
                  <a:pt x="4177" y="1129"/>
                </a:lnTo>
                <a:lnTo>
                  <a:pt x="4163" y="1141"/>
                </a:lnTo>
                <a:lnTo>
                  <a:pt x="4148" y="1152"/>
                </a:lnTo>
                <a:lnTo>
                  <a:pt x="4132" y="1160"/>
                </a:lnTo>
                <a:lnTo>
                  <a:pt x="4113" y="1167"/>
                </a:lnTo>
                <a:lnTo>
                  <a:pt x="4093" y="1174"/>
                </a:lnTo>
                <a:lnTo>
                  <a:pt x="4070" y="1179"/>
                </a:lnTo>
                <a:lnTo>
                  <a:pt x="4044" y="1181"/>
                </a:lnTo>
                <a:lnTo>
                  <a:pt x="4019" y="1183"/>
                </a:lnTo>
                <a:lnTo>
                  <a:pt x="4019" y="1183"/>
                </a:lnTo>
                <a:lnTo>
                  <a:pt x="4002" y="1183"/>
                </a:lnTo>
                <a:lnTo>
                  <a:pt x="3986" y="1181"/>
                </a:lnTo>
                <a:lnTo>
                  <a:pt x="3972" y="1177"/>
                </a:lnTo>
                <a:lnTo>
                  <a:pt x="3960" y="1174"/>
                </a:lnTo>
                <a:lnTo>
                  <a:pt x="3948" y="1171"/>
                </a:lnTo>
                <a:lnTo>
                  <a:pt x="3940" y="1165"/>
                </a:lnTo>
                <a:lnTo>
                  <a:pt x="3929" y="1160"/>
                </a:lnTo>
                <a:lnTo>
                  <a:pt x="3922" y="1155"/>
                </a:lnTo>
                <a:lnTo>
                  <a:pt x="3916" y="1148"/>
                </a:lnTo>
                <a:lnTo>
                  <a:pt x="3910" y="1141"/>
                </a:lnTo>
                <a:lnTo>
                  <a:pt x="3902" y="1128"/>
                </a:lnTo>
                <a:lnTo>
                  <a:pt x="3898" y="1114"/>
                </a:lnTo>
                <a:lnTo>
                  <a:pt x="3897" y="1098"/>
                </a:lnTo>
                <a:lnTo>
                  <a:pt x="3897" y="1098"/>
                </a:lnTo>
                <a:lnTo>
                  <a:pt x="3897" y="1083"/>
                </a:lnTo>
                <a:lnTo>
                  <a:pt x="3902" y="1067"/>
                </a:lnTo>
                <a:lnTo>
                  <a:pt x="3905" y="1059"/>
                </a:lnTo>
                <a:lnTo>
                  <a:pt x="3910" y="1052"/>
                </a:lnTo>
                <a:lnTo>
                  <a:pt x="3916" y="1043"/>
                </a:lnTo>
                <a:lnTo>
                  <a:pt x="3924" y="1036"/>
                </a:lnTo>
                <a:lnTo>
                  <a:pt x="3933" y="1031"/>
                </a:lnTo>
                <a:lnTo>
                  <a:pt x="3943" y="1024"/>
                </a:lnTo>
                <a:lnTo>
                  <a:pt x="3955" y="1019"/>
                </a:lnTo>
                <a:lnTo>
                  <a:pt x="3971" y="1014"/>
                </a:lnTo>
                <a:lnTo>
                  <a:pt x="3986" y="1011"/>
                </a:lnTo>
                <a:lnTo>
                  <a:pt x="4005" y="1009"/>
                </a:lnTo>
                <a:lnTo>
                  <a:pt x="4026" y="1007"/>
                </a:lnTo>
                <a:lnTo>
                  <a:pt x="4050" y="1006"/>
                </a:lnTo>
                <a:lnTo>
                  <a:pt x="4218" y="1006"/>
                </a:lnTo>
                <a:lnTo>
                  <a:pt x="4218" y="1006"/>
                </a:lnTo>
                <a:lnTo>
                  <a:pt x="4220" y="1007"/>
                </a:lnTo>
                <a:lnTo>
                  <a:pt x="4221" y="1007"/>
                </a:lnTo>
                <a:lnTo>
                  <a:pt x="4223" y="1011"/>
                </a:lnTo>
                <a:lnTo>
                  <a:pt x="4223" y="1012"/>
                </a:lnTo>
                <a:lnTo>
                  <a:pt x="4223" y="1023"/>
                </a:lnTo>
                <a:close/>
                <a:moveTo>
                  <a:pt x="4869" y="614"/>
                </a:moveTo>
                <a:lnTo>
                  <a:pt x="4869" y="614"/>
                </a:lnTo>
                <a:lnTo>
                  <a:pt x="4842" y="615"/>
                </a:lnTo>
                <a:lnTo>
                  <a:pt x="4816" y="619"/>
                </a:lnTo>
                <a:lnTo>
                  <a:pt x="4792" y="626"/>
                </a:lnTo>
                <a:lnTo>
                  <a:pt x="4770" y="636"/>
                </a:lnTo>
                <a:lnTo>
                  <a:pt x="4747" y="646"/>
                </a:lnTo>
                <a:lnTo>
                  <a:pt x="4730" y="658"/>
                </a:lnTo>
                <a:lnTo>
                  <a:pt x="4715" y="672"/>
                </a:lnTo>
                <a:lnTo>
                  <a:pt x="4702" y="684"/>
                </a:lnTo>
                <a:lnTo>
                  <a:pt x="4702" y="684"/>
                </a:lnTo>
                <a:lnTo>
                  <a:pt x="4699" y="688"/>
                </a:lnTo>
                <a:lnTo>
                  <a:pt x="4696" y="689"/>
                </a:lnTo>
                <a:lnTo>
                  <a:pt x="4690" y="688"/>
                </a:lnTo>
                <a:lnTo>
                  <a:pt x="4689" y="684"/>
                </a:lnTo>
                <a:lnTo>
                  <a:pt x="4675" y="633"/>
                </a:lnTo>
                <a:lnTo>
                  <a:pt x="4675" y="633"/>
                </a:lnTo>
                <a:lnTo>
                  <a:pt x="4672" y="629"/>
                </a:lnTo>
                <a:lnTo>
                  <a:pt x="4670" y="627"/>
                </a:lnTo>
                <a:lnTo>
                  <a:pt x="4666" y="627"/>
                </a:lnTo>
                <a:lnTo>
                  <a:pt x="4553" y="627"/>
                </a:lnTo>
                <a:lnTo>
                  <a:pt x="4553" y="627"/>
                </a:lnTo>
                <a:lnTo>
                  <a:pt x="4550" y="627"/>
                </a:lnTo>
                <a:lnTo>
                  <a:pt x="4548" y="629"/>
                </a:lnTo>
                <a:lnTo>
                  <a:pt x="4546" y="631"/>
                </a:lnTo>
                <a:lnTo>
                  <a:pt x="4546" y="633"/>
                </a:lnTo>
                <a:lnTo>
                  <a:pt x="4546" y="1291"/>
                </a:lnTo>
                <a:lnTo>
                  <a:pt x="4546" y="1291"/>
                </a:lnTo>
                <a:lnTo>
                  <a:pt x="4546" y="1294"/>
                </a:lnTo>
                <a:lnTo>
                  <a:pt x="4548" y="1296"/>
                </a:lnTo>
                <a:lnTo>
                  <a:pt x="4550" y="1298"/>
                </a:lnTo>
                <a:lnTo>
                  <a:pt x="4553" y="1298"/>
                </a:lnTo>
                <a:lnTo>
                  <a:pt x="4682" y="1298"/>
                </a:lnTo>
                <a:lnTo>
                  <a:pt x="4682" y="1298"/>
                </a:lnTo>
                <a:lnTo>
                  <a:pt x="4684" y="1298"/>
                </a:lnTo>
                <a:lnTo>
                  <a:pt x="4687" y="1296"/>
                </a:lnTo>
                <a:lnTo>
                  <a:pt x="4687" y="1294"/>
                </a:lnTo>
                <a:lnTo>
                  <a:pt x="4689" y="1291"/>
                </a:lnTo>
                <a:lnTo>
                  <a:pt x="4689" y="921"/>
                </a:lnTo>
                <a:lnTo>
                  <a:pt x="4689" y="921"/>
                </a:lnTo>
                <a:lnTo>
                  <a:pt x="4689" y="904"/>
                </a:lnTo>
                <a:lnTo>
                  <a:pt x="4690" y="887"/>
                </a:lnTo>
                <a:lnTo>
                  <a:pt x="4694" y="871"/>
                </a:lnTo>
                <a:lnTo>
                  <a:pt x="4697" y="854"/>
                </a:lnTo>
                <a:lnTo>
                  <a:pt x="4704" y="839"/>
                </a:lnTo>
                <a:lnTo>
                  <a:pt x="4711" y="825"/>
                </a:lnTo>
                <a:lnTo>
                  <a:pt x="4718" y="811"/>
                </a:lnTo>
                <a:lnTo>
                  <a:pt x="4728" y="798"/>
                </a:lnTo>
                <a:lnTo>
                  <a:pt x="4739" y="786"/>
                </a:lnTo>
                <a:lnTo>
                  <a:pt x="4751" y="775"/>
                </a:lnTo>
                <a:lnTo>
                  <a:pt x="4764" y="767"/>
                </a:lnTo>
                <a:lnTo>
                  <a:pt x="4778" y="758"/>
                </a:lnTo>
                <a:lnTo>
                  <a:pt x="4794" y="751"/>
                </a:lnTo>
                <a:lnTo>
                  <a:pt x="4811" y="748"/>
                </a:lnTo>
                <a:lnTo>
                  <a:pt x="4830" y="744"/>
                </a:lnTo>
                <a:lnTo>
                  <a:pt x="4849" y="743"/>
                </a:lnTo>
                <a:lnTo>
                  <a:pt x="4849" y="743"/>
                </a:lnTo>
                <a:lnTo>
                  <a:pt x="4869" y="744"/>
                </a:lnTo>
                <a:lnTo>
                  <a:pt x="4890" y="748"/>
                </a:lnTo>
                <a:lnTo>
                  <a:pt x="4907" y="753"/>
                </a:lnTo>
                <a:lnTo>
                  <a:pt x="4924" y="760"/>
                </a:lnTo>
                <a:lnTo>
                  <a:pt x="4938" y="768"/>
                </a:lnTo>
                <a:lnTo>
                  <a:pt x="4952" y="779"/>
                </a:lnTo>
                <a:lnTo>
                  <a:pt x="4964" y="789"/>
                </a:lnTo>
                <a:lnTo>
                  <a:pt x="4974" y="801"/>
                </a:lnTo>
                <a:lnTo>
                  <a:pt x="4983" y="815"/>
                </a:lnTo>
                <a:lnTo>
                  <a:pt x="4991" y="830"/>
                </a:lnTo>
                <a:lnTo>
                  <a:pt x="4996" y="846"/>
                </a:lnTo>
                <a:lnTo>
                  <a:pt x="5001" y="861"/>
                </a:lnTo>
                <a:lnTo>
                  <a:pt x="5005" y="877"/>
                </a:lnTo>
                <a:lnTo>
                  <a:pt x="5008" y="894"/>
                </a:lnTo>
                <a:lnTo>
                  <a:pt x="5010" y="911"/>
                </a:lnTo>
                <a:lnTo>
                  <a:pt x="5010" y="928"/>
                </a:lnTo>
                <a:lnTo>
                  <a:pt x="5010" y="1291"/>
                </a:lnTo>
                <a:lnTo>
                  <a:pt x="5010" y="1291"/>
                </a:lnTo>
                <a:lnTo>
                  <a:pt x="5012" y="1294"/>
                </a:lnTo>
                <a:lnTo>
                  <a:pt x="5012" y="1296"/>
                </a:lnTo>
                <a:lnTo>
                  <a:pt x="5015" y="1298"/>
                </a:lnTo>
                <a:lnTo>
                  <a:pt x="5017" y="1298"/>
                </a:lnTo>
                <a:lnTo>
                  <a:pt x="5147" y="1298"/>
                </a:lnTo>
                <a:lnTo>
                  <a:pt x="5147" y="1298"/>
                </a:lnTo>
                <a:lnTo>
                  <a:pt x="5149" y="1298"/>
                </a:lnTo>
                <a:lnTo>
                  <a:pt x="5153" y="1296"/>
                </a:lnTo>
                <a:lnTo>
                  <a:pt x="5153" y="1294"/>
                </a:lnTo>
                <a:lnTo>
                  <a:pt x="5154" y="1291"/>
                </a:lnTo>
                <a:lnTo>
                  <a:pt x="5154" y="928"/>
                </a:lnTo>
                <a:lnTo>
                  <a:pt x="5154" y="928"/>
                </a:lnTo>
                <a:lnTo>
                  <a:pt x="5153" y="896"/>
                </a:lnTo>
                <a:lnTo>
                  <a:pt x="5149" y="866"/>
                </a:lnTo>
                <a:lnTo>
                  <a:pt x="5144" y="835"/>
                </a:lnTo>
                <a:lnTo>
                  <a:pt x="5137" y="806"/>
                </a:lnTo>
                <a:lnTo>
                  <a:pt x="5129" y="780"/>
                </a:lnTo>
                <a:lnTo>
                  <a:pt x="5117" y="753"/>
                </a:lnTo>
                <a:lnTo>
                  <a:pt x="5103" y="729"/>
                </a:lnTo>
                <a:lnTo>
                  <a:pt x="5086" y="706"/>
                </a:lnTo>
                <a:lnTo>
                  <a:pt x="5068" y="686"/>
                </a:lnTo>
                <a:lnTo>
                  <a:pt x="5046" y="669"/>
                </a:lnTo>
                <a:lnTo>
                  <a:pt x="5024" y="651"/>
                </a:lnTo>
                <a:lnTo>
                  <a:pt x="4998" y="638"/>
                </a:lnTo>
                <a:lnTo>
                  <a:pt x="4969" y="627"/>
                </a:lnTo>
                <a:lnTo>
                  <a:pt x="4938" y="620"/>
                </a:lnTo>
                <a:lnTo>
                  <a:pt x="4905" y="615"/>
                </a:lnTo>
                <a:lnTo>
                  <a:pt x="4869" y="614"/>
                </a:lnTo>
                <a:lnTo>
                  <a:pt x="4869" y="614"/>
                </a:lnTo>
                <a:close/>
                <a:moveTo>
                  <a:pt x="5615" y="627"/>
                </a:moveTo>
                <a:lnTo>
                  <a:pt x="5474" y="627"/>
                </a:lnTo>
                <a:lnTo>
                  <a:pt x="5474" y="627"/>
                </a:lnTo>
                <a:lnTo>
                  <a:pt x="5472" y="626"/>
                </a:lnTo>
                <a:lnTo>
                  <a:pt x="5470" y="624"/>
                </a:lnTo>
                <a:lnTo>
                  <a:pt x="5469" y="622"/>
                </a:lnTo>
                <a:lnTo>
                  <a:pt x="5469" y="620"/>
                </a:lnTo>
                <a:lnTo>
                  <a:pt x="5469" y="440"/>
                </a:lnTo>
                <a:lnTo>
                  <a:pt x="5469" y="440"/>
                </a:lnTo>
                <a:lnTo>
                  <a:pt x="5467" y="438"/>
                </a:lnTo>
                <a:lnTo>
                  <a:pt x="5467" y="437"/>
                </a:lnTo>
                <a:lnTo>
                  <a:pt x="5464" y="435"/>
                </a:lnTo>
                <a:lnTo>
                  <a:pt x="5462" y="435"/>
                </a:lnTo>
                <a:lnTo>
                  <a:pt x="5331" y="435"/>
                </a:lnTo>
                <a:lnTo>
                  <a:pt x="5331" y="435"/>
                </a:lnTo>
                <a:lnTo>
                  <a:pt x="5328" y="435"/>
                </a:lnTo>
                <a:lnTo>
                  <a:pt x="5326" y="437"/>
                </a:lnTo>
                <a:lnTo>
                  <a:pt x="5324" y="438"/>
                </a:lnTo>
                <a:lnTo>
                  <a:pt x="5324" y="440"/>
                </a:lnTo>
                <a:lnTo>
                  <a:pt x="5324" y="620"/>
                </a:lnTo>
                <a:lnTo>
                  <a:pt x="5324" y="620"/>
                </a:lnTo>
                <a:lnTo>
                  <a:pt x="5324" y="622"/>
                </a:lnTo>
                <a:lnTo>
                  <a:pt x="5323" y="624"/>
                </a:lnTo>
                <a:lnTo>
                  <a:pt x="5321" y="626"/>
                </a:lnTo>
                <a:lnTo>
                  <a:pt x="5318" y="627"/>
                </a:lnTo>
                <a:lnTo>
                  <a:pt x="5206" y="627"/>
                </a:lnTo>
                <a:lnTo>
                  <a:pt x="5206" y="627"/>
                </a:lnTo>
                <a:lnTo>
                  <a:pt x="5202" y="627"/>
                </a:lnTo>
                <a:lnTo>
                  <a:pt x="5201" y="629"/>
                </a:lnTo>
                <a:lnTo>
                  <a:pt x="5199" y="631"/>
                </a:lnTo>
                <a:lnTo>
                  <a:pt x="5199" y="633"/>
                </a:lnTo>
                <a:lnTo>
                  <a:pt x="5199" y="739"/>
                </a:lnTo>
                <a:lnTo>
                  <a:pt x="5199" y="739"/>
                </a:lnTo>
                <a:lnTo>
                  <a:pt x="5199" y="743"/>
                </a:lnTo>
                <a:lnTo>
                  <a:pt x="5201" y="744"/>
                </a:lnTo>
                <a:lnTo>
                  <a:pt x="5202" y="746"/>
                </a:lnTo>
                <a:lnTo>
                  <a:pt x="5206" y="746"/>
                </a:lnTo>
                <a:lnTo>
                  <a:pt x="5318" y="746"/>
                </a:lnTo>
                <a:lnTo>
                  <a:pt x="5318" y="746"/>
                </a:lnTo>
                <a:lnTo>
                  <a:pt x="5321" y="746"/>
                </a:lnTo>
                <a:lnTo>
                  <a:pt x="5323" y="748"/>
                </a:lnTo>
                <a:lnTo>
                  <a:pt x="5324" y="749"/>
                </a:lnTo>
                <a:lnTo>
                  <a:pt x="5324" y="753"/>
                </a:lnTo>
                <a:lnTo>
                  <a:pt x="5324" y="1110"/>
                </a:lnTo>
                <a:lnTo>
                  <a:pt x="5324" y="1110"/>
                </a:lnTo>
                <a:lnTo>
                  <a:pt x="5326" y="1134"/>
                </a:lnTo>
                <a:lnTo>
                  <a:pt x="5328" y="1157"/>
                </a:lnTo>
                <a:lnTo>
                  <a:pt x="5330" y="1177"/>
                </a:lnTo>
                <a:lnTo>
                  <a:pt x="5335" y="1196"/>
                </a:lnTo>
                <a:lnTo>
                  <a:pt x="5342" y="1213"/>
                </a:lnTo>
                <a:lnTo>
                  <a:pt x="5349" y="1229"/>
                </a:lnTo>
                <a:lnTo>
                  <a:pt x="5357" y="1243"/>
                </a:lnTo>
                <a:lnTo>
                  <a:pt x="5367" y="1255"/>
                </a:lnTo>
                <a:lnTo>
                  <a:pt x="5379" y="1265"/>
                </a:lnTo>
                <a:lnTo>
                  <a:pt x="5393" y="1274"/>
                </a:lnTo>
                <a:lnTo>
                  <a:pt x="5409" y="1281"/>
                </a:lnTo>
                <a:lnTo>
                  <a:pt x="5426" y="1287"/>
                </a:lnTo>
                <a:lnTo>
                  <a:pt x="5443" y="1293"/>
                </a:lnTo>
                <a:lnTo>
                  <a:pt x="5464" y="1296"/>
                </a:lnTo>
                <a:lnTo>
                  <a:pt x="5486" y="1298"/>
                </a:lnTo>
                <a:lnTo>
                  <a:pt x="5510" y="1298"/>
                </a:lnTo>
                <a:lnTo>
                  <a:pt x="5615" y="1298"/>
                </a:lnTo>
                <a:lnTo>
                  <a:pt x="5615" y="1298"/>
                </a:lnTo>
                <a:lnTo>
                  <a:pt x="5617" y="1298"/>
                </a:lnTo>
                <a:lnTo>
                  <a:pt x="5618" y="1296"/>
                </a:lnTo>
                <a:lnTo>
                  <a:pt x="5620" y="1294"/>
                </a:lnTo>
                <a:lnTo>
                  <a:pt x="5620" y="1291"/>
                </a:lnTo>
                <a:lnTo>
                  <a:pt x="5620" y="1176"/>
                </a:lnTo>
                <a:lnTo>
                  <a:pt x="5620" y="1176"/>
                </a:lnTo>
                <a:lnTo>
                  <a:pt x="5620" y="1174"/>
                </a:lnTo>
                <a:lnTo>
                  <a:pt x="5618" y="1171"/>
                </a:lnTo>
                <a:lnTo>
                  <a:pt x="5617" y="1171"/>
                </a:lnTo>
                <a:lnTo>
                  <a:pt x="5615" y="1169"/>
                </a:lnTo>
                <a:lnTo>
                  <a:pt x="5527" y="1169"/>
                </a:lnTo>
                <a:lnTo>
                  <a:pt x="5527" y="1169"/>
                </a:lnTo>
                <a:lnTo>
                  <a:pt x="5513" y="1169"/>
                </a:lnTo>
                <a:lnTo>
                  <a:pt x="5501" y="1165"/>
                </a:lnTo>
                <a:lnTo>
                  <a:pt x="5491" y="1160"/>
                </a:lnTo>
                <a:lnTo>
                  <a:pt x="5483" y="1155"/>
                </a:lnTo>
                <a:lnTo>
                  <a:pt x="5476" y="1146"/>
                </a:lnTo>
                <a:lnTo>
                  <a:pt x="5472" y="1138"/>
                </a:lnTo>
                <a:lnTo>
                  <a:pt x="5469" y="1128"/>
                </a:lnTo>
                <a:lnTo>
                  <a:pt x="5469" y="1116"/>
                </a:lnTo>
                <a:lnTo>
                  <a:pt x="5469" y="753"/>
                </a:lnTo>
                <a:lnTo>
                  <a:pt x="5469" y="753"/>
                </a:lnTo>
                <a:lnTo>
                  <a:pt x="5469" y="749"/>
                </a:lnTo>
                <a:lnTo>
                  <a:pt x="5470" y="748"/>
                </a:lnTo>
                <a:lnTo>
                  <a:pt x="5472" y="746"/>
                </a:lnTo>
                <a:lnTo>
                  <a:pt x="5474" y="746"/>
                </a:lnTo>
                <a:lnTo>
                  <a:pt x="5615" y="746"/>
                </a:lnTo>
                <a:lnTo>
                  <a:pt x="5615" y="746"/>
                </a:lnTo>
                <a:lnTo>
                  <a:pt x="5617" y="746"/>
                </a:lnTo>
                <a:lnTo>
                  <a:pt x="5618" y="744"/>
                </a:lnTo>
                <a:lnTo>
                  <a:pt x="5620" y="743"/>
                </a:lnTo>
                <a:lnTo>
                  <a:pt x="5620" y="739"/>
                </a:lnTo>
                <a:lnTo>
                  <a:pt x="5620" y="633"/>
                </a:lnTo>
                <a:lnTo>
                  <a:pt x="5620" y="633"/>
                </a:lnTo>
                <a:lnTo>
                  <a:pt x="5620" y="631"/>
                </a:lnTo>
                <a:lnTo>
                  <a:pt x="5618" y="629"/>
                </a:lnTo>
                <a:lnTo>
                  <a:pt x="5617" y="627"/>
                </a:lnTo>
                <a:lnTo>
                  <a:pt x="5615" y="627"/>
                </a:lnTo>
                <a:lnTo>
                  <a:pt x="5615" y="627"/>
                </a:lnTo>
                <a:close/>
                <a:moveTo>
                  <a:pt x="6582" y="627"/>
                </a:moveTo>
                <a:lnTo>
                  <a:pt x="6453" y="627"/>
                </a:lnTo>
                <a:lnTo>
                  <a:pt x="6453" y="627"/>
                </a:lnTo>
                <a:lnTo>
                  <a:pt x="6452" y="627"/>
                </a:lnTo>
                <a:lnTo>
                  <a:pt x="6448" y="629"/>
                </a:lnTo>
                <a:lnTo>
                  <a:pt x="6448" y="631"/>
                </a:lnTo>
                <a:lnTo>
                  <a:pt x="6446" y="633"/>
                </a:lnTo>
                <a:lnTo>
                  <a:pt x="6446" y="1004"/>
                </a:lnTo>
                <a:lnTo>
                  <a:pt x="6446" y="1004"/>
                </a:lnTo>
                <a:lnTo>
                  <a:pt x="6446" y="1021"/>
                </a:lnTo>
                <a:lnTo>
                  <a:pt x="6445" y="1038"/>
                </a:lnTo>
                <a:lnTo>
                  <a:pt x="6441" y="1054"/>
                </a:lnTo>
                <a:lnTo>
                  <a:pt x="6438" y="1069"/>
                </a:lnTo>
                <a:lnTo>
                  <a:pt x="6431" y="1085"/>
                </a:lnTo>
                <a:lnTo>
                  <a:pt x="6424" y="1100"/>
                </a:lnTo>
                <a:lnTo>
                  <a:pt x="6417" y="1114"/>
                </a:lnTo>
                <a:lnTo>
                  <a:pt x="6407" y="1126"/>
                </a:lnTo>
                <a:lnTo>
                  <a:pt x="6397" y="1138"/>
                </a:lnTo>
                <a:lnTo>
                  <a:pt x="6385" y="1150"/>
                </a:lnTo>
                <a:lnTo>
                  <a:pt x="6371" y="1158"/>
                </a:lnTo>
                <a:lnTo>
                  <a:pt x="6357" y="1167"/>
                </a:lnTo>
                <a:lnTo>
                  <a:pt x="6342" y="1172"/>
                </a:lnTo>
                <a:lnTo>
                  <a:pt x="6324" y="1177"/>
                </a:lnTo>
                <a:lnTo>
                  <a:pt x="6306" y="1181"/>
                </a:lnTo>
                <a:lnTo>
                  <a:pt x="6287" y="1181"/>
                </a:lnTo>
                <a:lnTo>
                  <a:pt x="6287" y="1181"/>
                </a:lnTo>
                <a:lnTo>
                  <a:pt x="6266" y="1181"/>
                </a:lnTo>
                <a:lnTo>
                  <a:pt x="6245" y="1177"/>
                </a:lnTo>
                <a:lnTo>
                  <a:pt x="6228" y="1172"/>
                </a:lnTo>
                <a:lnTo>
                  <a:pt x="6211" y="1165"/>
                </a:lnTo>
                <a:lnTo>
                  <a:pt x="6197" y="1157"/>
                </a:lnTo>
                <a:lnTo>
                  <a:pt x="6184" y="1146"/>
                </a:lnTo>
                <a:lnTo>
                  <a:pt x="6171" y="1136"/>
                </a:lnTo>
                <a:lnTo>
                  <a:pt x="6161" y="1122"/>
                </a:lnTo>
                <a:lnTo>
                  <a:pt x="6153" y="1109"/>
                </a:lnTo>
                <a:lnTo>
                  <a:pt x="6144" y="1095"/>
                </a:lnTo>
                <a:lnTo>
                  <a:pt x="6139" y="1079"/>
                </a:lnTo>
                <a:lnTo>
                  <a:pt x="6134" y="1064"/>
                </a:lnTo>
                <a:lnTo>
                  <a:pt x="6130" y="1047"/>
                </a:lnTo>
                <a:lnTo>
                  <a:pt x="6127" y="1031"/>
                </a:lnTo>
                <a:lnTo>
                  <a:pt x="6125" y="1014"/>
                </a:lnTo>
                <a:lnTo>
                  <a:pt x="6125" y="997"/>
                </a:lnTo>
                <a:lnTo>
                  <a:pt x="6125" y="633"/>
                </a:lnTo>
                <a:lnTo>
                  <a:pt x="6125" y="633"/>
                </a:lnTo>
                <a:lnTo>
                  <a:pt x="6123" y="631"/>
                </a:lnTo>
                <a:lnTo>
                  <a:pt x="6123" y="629"/>
                </a:lnTo>
                <a:lnTo>
                  <a:pt x="6120" y="627"/>
                </a:lnTo>
                <a:lnTo>
                  <a:pt x="6118" y="627"/>
                </a:lnTo>
                <a:lnTo>
                  <a:pt x="5988" y="627"/>
                </a:lnTo>
                <a:lnTo>
                  <a:pt x="5988" y="627"/>
                </a:lnTo>
                <a:lnTo>
                  <a:pt x="5986" y="627"/>
                </a:lnTo>
                <a:lnTo>
                  <a:pt x="5982" y="629"/>
                </a:lnTo>
                <a:lnTo>
                  <a:pt x="5982" y="631"/>
                </a:lnTo>
                <a:lnTo>
                  <a:pt x="5981" y="633"/>
                </a:lnTo>
                <a:lnTo>
                  <a:pt x="5981" y="997"/>
                </a:lnTo>
                <a:lnTo>
                  <a:pt x="5981" y="997"/>
                </a:lnTo>
                <a:lnTo>
                  <a:pt x="5982" y="1028"/>
                </a:lnTo>
                <a:lnTo>
                  <a:pt x="5986" y="1059"/>
                </a:lnTo>
                <a:lnTo>
                  <a:pt x="5991" y="1088"/>
                </a:lnTo>
                <a:lnTo>
                  <a:pt x="5998" y="1117"/>
                </a:lnTo>
                <a:lnTo>
                  <a:pt x="6007" y="1145"/>
                </a:lnTo>
                <a:lnTo>
                  <a:pt x="6019" y="1171"/>
                </a:lnTo>
                <a:lnTo>
                  <a:pt x="6032" y="1195"/>
                </a:lnTo>
                <a:lnTo>
                  <a:pt x="6050" y="1217"/>
                </a:lnTo>
                <a:lnTo>
                  <a:pt x="6067" y="1238"/>
                </a:lnTo>
                <a:lnTo>
                  <a:pt x="6089" y="1256"/>
                </a:lnTo>
                <a:lnTo>
                  <a:pt x="6111" y="1272"/>
                </a:lnTo>
                <a:lnTo>
                  <a:pt x="6137" y="1286"/>
                </a:lnTo>
                <a:lnTo>
                  <a:pt x="6166" y="1296"/>
                </a:lnTo>
                <a:lnTo>
                  <a:pt x="6197" y="1305"/>
                </a:lnTo>
                <a:lnTo>
                  <a:pt x="6230" y="1310"/>
                </a:lnTo>
                <a:lnTo>
                  <a:pt x="6266" y="1311"/>
                </a:lnTo>
                <a:lnTo>
                  <a:pt x="6266" y="1311"/>
                </a:lnTo>
                <a:lnTo>
                  <a:pt x="6293" y="1310"/>
                </a:lnTo>
                <a:lnTo>
                  <a:pt x="6319" y="1305"/>
                </a:lnTo>
                <a:lnTo>
                  <a:pt x="6343" y="1298"/>
                </a:lnTo>
                <a:lnTo>
                  <a:pt x="6366" y="1289"/>
                </a:lnTo>
                <a:lnTo>
                  <a:pt x="6388" y="1279"/>
                </a:lnTo>
                <a:lnTo>
                  <a:pt x="6405" y="1265"/>
                </a:lnTo>
                <a:lnTo>
                  <a:pt x="6421" y="1253"/>
                </a:lnTo>
                <a:lnTo>
                  <a:pt x="6433" y="1239"/>
                </a:lnTo>
                <a:lnTo>
                  <a:pt x="6433" y="1239"/>
                </a:lnTo>
                <a:lnTo>
                  <a:pt x="6436" y="1238"/>
                </a:lnTo>
                <a:lnTo>
                  <a:pt x="6440" y="1236"/>
                </a:lnTo>
                <a:lnTo>
                  <a:pt x="6445" y="1238"/>
                </a:lnTo>
                <a:lnTo>
                  <a:pt x="6446" y="1241"/>
                </a:lnTo>
                <a:lnTo>
                  <a:pt x="6460" y="1291"/>
                </a:lnTo>
                <a:lnTo>
                  <a:pt x="6460" y="1291"/>
                </a:lnTo>
                <a:lnTo>
                  <a:pt x="6464" y="1296"/>
                </a:lnTo>
                <a:lnTo>
                  <a:pt x="6465" y="1298"/>
                </a:lnTo>
                <a:lnTo>
                  <a:pt x="6469" y="1298"/>
                </a:lnTo>
                <a:lnTo>
                  <a:pt x="6582" y="1298"/>
                </a:lnTo>
                <a:lnTo>
                  <a:pt x="6582" y="1298"/>
                </a:lnTo>
                <a:lnTo>
                  <a:pt x="6586" y="1298"/>
                </a:lnTo>
                <a:lnTo>
                  <a:pt x="6587" y="1296"/>
                </a:lnTo>
                <a:lnTo>
                  <a:pt x="6589" y="1294"/>
                </a:lnTo>
                <a:lnTo>
                  <a:pt x="6589" y="1291"/>
                </a:lnTo>
                <a:lnTo>
                  <a:pt x="6589" y="633"/>
                </a:lnTo>
                <a:lnTo>
                  <a:pt x="6589" y="633"/>
                </a:lnTo>
                <a:lnTo>
                  <a:pt x="6589" y="631"/>
                </a:lnTo>
                <a:lnTo>
                  <a:pt x="6587" y="629"/>
                </a:lnTo>
                <a:lnTo>
                  <a:pt x="6586" y="627"/>
                </a:lnTo>
                <a:lnTo>
                  <a:pt x="6582" y="627"/>
                </a:lnTo>
                <a:lnTo>
                  <a:pt x="6582" y="627"/>
                </a:lnTo>
                <a:close/>
                <a:moveTo>
                  <a:pt x="7417" y="614"/>
                </a:moveTo>
                <a:lnTo>
                  <a:pt x="7417" y="614"/>
                </a:lnTo>
                <a:lnTo>
                  <a:pt x="7390" y="615"/>
                </a:lnTo>
                <a:lnTo>
                  <a:pt x="7362" y="619"/>
                </a:lnTo>
                <a:lnTo>
                  <a:pt x="7336" y="626"/>
                </a:lnTo>
                <a:lnTo>
                  <a:pt x="7312" y="636"/>
                </a:lnTo>
                <a:lnTo>
                  <a:pt x="7288" y="646"/>
                </a:lnTo>
                <a:lnTo>
                  <a:pt x="7266" y="660"/>
                </a:lnTo>
                <a:lnTo>
                  <a:pt x="7247" y="676"/>
                </a:lnTo>
                <a:lnTo>
                  <a:pt x="7228" y="693"/>
                </a:lnTo>
                <a:lnTo>
                  <a:pt x="7228" y="693"/>
                </a:lnTo>
                <a:lnTo>
                  <a:pt x="7225" y="696"/>
                </a:lnTo>
                <a:lnTo>
                  <a:pt x="7221" y="696"/>
                </a:lnTo>
                <a:lnTo>
                  <a:pt x="7218" y="694"/>
                </a:lnTo>
                <a:lnTo>
                  <a:pt x="7214" y="693"/>
                </a:lnTo>
                <a:lnTo>
                  <a:pt x="7214" y="693"/>
                </a:lnTo>
                <a:lnTo>
                  <a:pt x="7197" y="674"/>
                </a:lnTo>
                <a:lnTo>
                  <a:pt x="7178" y="658"/>
                </a:lnTo>
                <a:lnTo>
                  <a:pt x="7159" y="645"/>
                </a:lnTo>
                <a:lnTo>
                  <a:pt x="7139" y="633"/>
                </a:lnTo>
                <a:lnTo>
                  <a:pt x="7115" y="624"/>
                </a:lnTo>
                <a:lnTo>
                  <a:pt x="7091" y="619"/>
                </a:lnTo>
                <a:lnTo>
                  <a:pt x="7063" y="615"/>
                </a:lnTo>
                <a:lnTo>
                  <a:pt x="7034" y="614"/>
                </a:lnTo>
                <a:lnTo>
                  <a:pt x="7034" y="614"/>
                </a:lnTo>
                <a:lnTo>
                  <a:pt x="7010" y="615"/>
                </a:lnTo>
                <a:lnTo>
                  <a:pt x="6986" y="619"/>
                </a:lnTo>
                <a:lnTo>
                  <a:pt x="6962" y="627"/>
                </a:lnTo>
                <a:lnTo>
                  <a:pt x="6941" y="636"/>
                </a:lnTo>
                <a:lnTo>
                  <a:pt x="6921" y="646"/>
                </a:lnTo>
                <a:lnTo>
                  <a:pt x="6902" y="658"/>
                </a:lnTo>
                <a:lnTo>
                  <a:pt x="6886" y="672"/>
                </a:lnTo>
                <a:lnTo>
                  <a:pt x="6874" y="684"/>
                </a:lnTo>
                <a:lnTo>
                  <a:pt x="6874" y="684"/>
                </a:lnTo>
                <a:lnTo>
                  <a:pt x="6871" y="688"/>
                </a:lnTo>
                <a:lnTo>
                  <a:pt x="6866" y="689"/>
                </a:lnTo>
                <a:lnTo>
                  <a:pt x="6862" y="688"/>
                </a:lnTo>
                <a:lnTo>
                  <a:pt x="6859" y="684"/>
                </a:lnTo>
                <a:lnTo>
                  <a:pt x="6847" y="634"/>
                </a:lnTo>
                <a:lnTo>
                  <a:pt x="6847" y="634"/>
                </a:lnTo>
                <a:lnTo>
                  <a:pt x="6845" y="631"/>
                </a:lnTo>
                <a:lnTo>
                  <a:pt x="6843" y="629"/>
                </a:lnTo>
                <a:lnTo>
                  <a:pt x="6840" y="627"/>
                </a:lnTo>
                <a:lnTo>
                  <a:pt x="6836" y="627"/>
                </a:lnTo>
                <a:lnTo>
                  <a:pt x="6725" y="627"/>
                </a:lnTo>
                <a:lnTo>
                  <a:pt x="6725" y="627"/>
                </a:lnTo>
                <a:lnTo>
                  <a:pt x="6721" y="627"/>
                </a:lnTo>
                <a:lnTo>
                  <a:pt x="6720" y="629"/>
                </a:lnTo>
                <a:lnTo>
                  <a:pt x="6718" y="631"/>
                </a:lnTo>
                <a:lnTo>
                  <a:pt x="6718" y="633"/>
                </a:lnTo>
                <a:lnTo>
                  <a:pt x="6718" y="1291"/>
                </a:lnTo>
                <a:lnTo>
                  <a:pt x="6718" y="1291"/>
                </a:lnTo>
                <a:lnTo>
                  <a:pt x="6718" y="1294"/>
                </a:lnTo>
                <a:lnTo>
                  <a:pt x="6720" y="1296"/>
                </a:lnTo>
                <a:lnTo>
                  <a:pt x="6721" y="1298"/>
                </a:lnTo>
                <a:lnTo>
                  <a:pt x="6725" y="1298"/>
                </a:lnTo>
                <a:lnTo>
                  <a:pt x="6854" y="1298"/>
                </a:lnTo>
                <a:lnTo>
                  <a:pt x="6854" y="1298"/>
                </a:lnTo>
                <a:lnTo>
                  <a:pt x="6855" y="1298"/>
                </a:lnTo>
                <a:lnTo>
                  <a:pt x="6857" y="1296"/>
                </a:lnTo>
                <a:lnTo>
                  <a:pt x="6859" y="1294"/>
                </a:lnTo>
                <a:lnTo>
                  <a:pt x="6859" y="1291"/>
                </a:lnTo>
                <a:lnTo>
                  <a:pt x="6859" y="925"/>
                </a:lnTo>
                <a:lnTo>
                  <a:pt x="6859" y="925"/>
                </a:lnTo>
                <a:lnTo>
                  <a:pt x="6860" y="889"/>
                </a:lnTo>
                <a:lnTo>
                  <a:pt x="6864" y="871"/>
                </a:lnTo>
                <a:lnTo>
                  <a:pt x="6866" y="856"/>
                </a:lnTo>
                <a:lnTo>
                  <a:pt x="6871" y="839"/>
                </a:lnTo>
                <a:lnTo>
                  <a:pt x="6876" y="825"/>
                </a:lnTo>
                <a:lnTo>
                  <a:pt x="6881" y="810"/>
                </a:lnTo>
                <a:lnTo>
                  <a:pt x="6888" y="798"/>
                </a:lnTo>
                <a:lnTo>
                  <a:pt x="6897" y="786"/>
                </a:lnTo>
                <a:lnTo>
                  <a:pt x="6907" y="775"/>
                </a:lnTo>
                <a:lnTo>
                  <a:pt x="6917" y="765"/>
                </a:lnTo>
                <a:lnTo>
                  <a:pt x="6929" y="758"/>
                </a:lnTo>
                <a:lnTo>
                  <a:pt x="6943" y="751"/>
                </a:lnTo>
                <a:lnTo>
                  <a:pt x="6958" y="748"/>
                </a:lnTo>
                <a:lnTo>
                  <a:pt x="6976" y="744"/>
                </a:lnTo>
                <a:lnTo>
                  <a:pt x="6993" y="743"/>
                </a:lnTo>
                <a:lnTo>
                  <a:pt x="6993" y="743"/>
                </a:lnTo>
                <a:lnTo>
                  <a:pt x="7013" y="744"/>
                </a:lnTo>
                <a:lnTo>
                  <a:pt x="7031" y="748"/>
                </a:lnTo>
                <a:lnTo>
                  <a:pt x="7046" y="753"/>
                </a:lnTo>
                <a:lnTo>
                  <a:pt x="7060" y="758"/>
                </a:lnTo>
                <a:lnTo>
                  <a:pt x="7074" y="767"/>
                </a:lnTo>
                <a:lnTo>
                  <a:pt x="7084" y="777"/>
                </a:lnTo>
                <a:lnTo>
                  <a:pt x="7092" y="787"/>
                </a:lnTo>
                <a:lnTo>
                  <a:pt x="7101" y="799"/>
                </a:lnTo>
                <a:lnTo>
                  <a:pt x="7108" y="813"/>
                </a:lnTo>
                <a:lnTo>
                  <a:pt x="7113" y="827"/>
                </a:lnTo>
                <a:lnTo>
                  <a:pt x="7118" y="842"/>
                </a:lnTo>
                <a:lnTo>
                  <a:pt x="7122" y="858"/>
                </a:lnTo>
                <a:lnTo>
                  <a:pt x="7127" y="890"/>
                </a:lnTo>
                <a:lnTo>
                  <a:pt x="7127" y="925"/>
                </a:lnTo>
                <a:lnTo>
                  <a:pt x="7127" y="1291"/>
                </a:lnTo>
                <a:lnTo>
                  <a:pt x="7127" y="1291"/>
                </a:lnTo>
                <a:lnTo>
                  <a:pt x="7128" y="1294"/>
                </a:lnTo>
                <a:lnTo>
                  <a:pt x="7128" y="1296"/>
                </a:lnTo>
                <a:lnTo>
                  <a:pt x="7130" y="1298"/>
                </a:lnTo>
                <a:lnTo>
                  <a:pt x="7134" y="1298"/>
                </a:lnTo>
                <a:lnTo>
                  <a:pt x="7264" y="1298"/>
                </a:lnTo>
                <a:lnTo>
                  <a:pt x="7264" y="1298"/>
                </a:lnTo>
                <a:lnTo>
                  <a:pt x="7268" y="1296"/>
                </a:lnTo>
                <a:lnTo>
                  <a:pt x="7269" y="1294"/>
                </a:lnTo>
                <a:lnTo>
                  <a:pt x="7271" y="1291"/>
                </a:lnTo>
                <a:lnTo>
                  <a:pt x="7271" y="925"/>
                </a:lnTo>
                <a:lnTo>
                  <a:pt x="7271" y="925"/>
                </a:lnTo>
                <a:lnTo>
                  <a:pt x="7273" y="889"/>
                </a:lnTo>
                <a:lnTo>
                  <a:pt x="7276" y="856"/>
                </a:lnTo>
                <a:lnTo>
                  <a:pt x="7280" y="839"/>
                </a:lnTo>
                <a:lnTo>
                  <a:pt x="7285" y="825"/>
                </a:lnTo>
                <a:lnTo>
                  <a:pt x="7290" y="810"/>
                </a:lnTo>
                <a:lnTo>
                  <a:pt x="7297" y="798"/>
                </a:lnTo>
                <a:lnTo>
                  <a:pt x="7305" y="786"/>
                </a:lnTo>
                <a:lnTo>
                  <a:pt x="7314" y="775"/>
                </a:lnTo>
                <a:lnTo>
                  <a:pt x="7324" y="765"/>
                </a:lnTo>
                <a:lnTo>
                  <a:pt x="7338" y="758"/>
                </a:lnTo>
                <a:lnTo>
                  <a:pt x="7352" y="751"/>
                </a:lnTo>
                <a:lnTo>
                  <a:pt x="7367" y="748"/>
                </a:lnTo>
                <a:lnTo>
                  <a:pt x="7384" y="744"/>
                </a:lnTo>
                <a:lnTo>
                  <a:pt x="7403" y="743"/>
                </a:lnTo>
                <a:lnTo>
                  <a:pt x="7403" y="743"/>
                </a:lnTo>
                <a:lnTo>
                  <a:pt x="7424" y="744"/>
                </a:lnTo>
                <a:lnTo>
                  <a:pt x="7441" y="748"/>
                </a:lnTo>
                <a:lnTo>
                  <a:pt x="7457" y="753"/>
                </a:lnTo>
                <a:lnTo>
                  <a:pt x="7472" y="760"/>
                </a:lnTo>
                <a:lnTo>
                  <a:pt x="7484" y="767"/>
                </a:lnTo>
                <a:lnTo>
                  <a:pt x="7494" y="777"/>
                </a:lnTo>
                <a:lnTo>
                  <a:pt x="7505" y="789"/>
                </a:lnTo>
                <a:lnTo>
                  <a:pt x="7513" y="801"/>
                </a:lnTo>
                <a:lnTo>
                  <a:pt x="7520" y="813"/>
                </a:lnTo>
                <a:lnTo>
                  <a:pt x="7525" y="828"/>
                </a:lnTo>
                <a:lnTo>
                  <a:pt x="7531" y="842"/>
                </a:lnTo>
                <a:lnTo>
                  <a:pt x="7534" y="859"/>
                </a:lnTo>
                <a:lnTo>
                  <a:pt x="7537" y="892"/>
                </a:lnTo>
                <a:lnTo>
                  <a:pt x="7539" y="925"/>
                </a:lnTo>
                <a:lnTo>
                  <a:pt x="7539" y="1291"/>
                </a:lnTo>
                <a:lnTo>
                  <a:pt x="7539" y="1291"/>
                </a:lnTo>
                <a:lnTo>
                  <a:pt x="7539" y="1294"/>
                </a:lnTo>
                <a:lnTo>
                  <a:pt x="7541" y="1296"/>
                </a:lnTo>
                <a:lnTo>
                  <a:pt x="7543" y="1298"/>
                </a:lnTo>
                <a:lnTo>
                  <a:pt x="7546" y="1298"/>
                </a:lnTo>
                <a:lnTo>
                  <a:pt x="7673" y="1298"/>
                </a:lnTo>
                <a:lnTo>
                  <a:pt x="7673" y="1298"/>
                </a:lnTo>
                <a:lnTo>
                  <a:pt x="7677" y="1298"/>
                </a:lnTo>
                <a:lnTo>
                  <a:pt x="7678" y="1296"/>
                </a:lnTo>
                <a:lnTo>
                  <a:pt x="7680" y="1294"/>
                </a:lnTo>
                <a:lnTo>
                  <a:pt x="7680" y="1291"/>
                </a:lnTo>
                <a:lnTo>
                  <a:pt x="7680" y="921"/>
                </a:lnTo>
                <a:lnTo>
                  <a:pt x="7680" y="921"/>
                </a:lnTo>
                <a:lnTo>
                  <a:pt x="7680" y="883"/>
                </a:lnTo>
                <a:lnTo>
                  <a:pt x="7677" y="849"/>
                </a:lnTo>
                <a:lnTo>
                  <a:pt x="7671" y="818"/>
                </a:lnTo>
                <a:lnTo>
                  <a:pt x="7663" y="787"/>
                </a:lnTo>
                <a:lnTo>
                  <a:pt x="7654" y="760"/>
                </a:lnTo>
                <a:lnTo>
                  <a:pt x="7642" y="734"/>
                </a:lnTo>
                <a:lnTo>
                  <a:pt x="7628" y="712"/>
                </a:lnTo>
                <a:lnTo>
                  <a:pt x="7613" y="691"/>
                </a:lnTo>
                <a:lnTo>
                  <a:pt x="7594" y="672"/>
                </a:lnTo>
                <a:lnTo>
                  <a:pt x="7575" y="657"/>
                </a:lnTo>
                <a:lnTo>
                  <a:pt x="7553" y="645"/>
                </a:lnTo>
                <a:lnTo>
                  <a:pt x="7529" y="633"/>
                </a:lnTo>
                <a:lnTo>
                  <a:pt x="7505" y="624"/>
                </a:lnTo>
                <a:lnTo>
                  <a:pt x="7477" y="619"/>
                </a:lnTo>
                <a:lnTo>
                  <a:pt x="7448" y="614"/>
                </a:lnTo>
                <a:lnTo>
                  <a:pt x="7417" y="614"/>
                </a:lnTo>
                <a:lnTo>
                  <a:pt x="7417" y="614"/>
                </a:lnTo>
                <a:close/>
                <a:moveTo>
                  <a:pt x="5867" y="627"/>
                </a:moveTo>
                <a:lnTo>
                  <a:pt x="5739" y="627"/>
                </a:lnTo>
                <a:lnTo>
                  <a:pt x="5739" y="627"/>
                </a:lnTo>
                <a:lnTo>
                  <a:pt x="5735" y="627"/>
                </a:lnTo>
                <a:lnTo>
                  <a:pt x="5733" y="629"/>
                </a:lnTo>
                <a:lnTo>
                  <a:pt x="5732" y="631"/>
                </a:lnTo>
                <a:lnTo>
                  <a:pt x="5732" y="633"/>
                </a:lnTo>
                <a:lnTo>
                  <a:pt x="5732" y="1291"/>
                </a:lnTo>
                <a:lnTo>
                  <a:pt x="5732" y="1291"/>
                </a:lnTo>
                <a:lnTo>
                  <a:pt x="5732" y="1294"/>
                </a:lnTo>
                <a:lnTo>
                  <a:pt x="5733" y="1296"/>
                </a:lnTo>
                <a:lnTo>
                  <a:pt x="5735" y="1298"/>
                </a:lnTo>
                <a:lnTo>
                  <a:pt x="5739" y="1298"/>
                </a:lnTo>
                <a:lnTo>
                  <a:pt x="5867" y="1298"/>
                </a:lnTo>
                <a:lnTo>
                  <a:pt x="5867" y="1298"/>
                </a:lnTo>
                <a:lnTo>
                  <a:pt x="5871" y="1298"/>
                </a:lnTo>
                <a:lnTo>
                  <a:pt x="5873" y="1296"/>
                </a:lnTo>
                <a:lnTo>
                  <a:pt x="5874" y="1294"/>
                </a:lnTo>
                <a:lnTo>
                  <a:pt x="5874" y="1291"/>
                </a:lnTo>
                <a:lnTo>
                  <a:pt x="5874" y="633"/>
                </a:lnTo>
                <a:lnTo>
                  <a:pt x="5874" y="633"/>
                </a:lnTo>
                <a:lnTo>
                  <a:pt x="5874" y="631"/>
                </a:lnTo>
                <a:lnTo>
                  <a:pt x="5873" y="629"/>
                </a:lnTo>
                <a:lnTo>
                  <a:pt x="5871" y="627"/>
                </a:lnTo>
                <a:lnTo>
                  <a:pt x="5867" y="627"/>
                </a:lnTo>
                <a:lnTo>
                  <a:pt x="5867" y="627"/>
                </a:lnTo>
                <a:close/>
                <a:moveTo>
                  <a:pt x="5804" y="368"/>
                </a:moveTo>
                <a:lnTo>
                  <a:pt x="5804" y="368"/>
                </a:lnTo>
                <a:lnTo>
                  <a:pt x="5785" y="370"/>
                </a:lnTo>
                <a:lnTo>
                  <a:pt x="5769" y="375"/>
                </a:lnTo>
                <a:lnTo>
                  <a:pt x="5754" y="382"/>
                </a:lnTo>
                <a:lnTo>
                  <a:pt x="5742" y="392"/>
                </a:lnTo>
                <a:lnTo>
                  <a:pt x="5732" y="406"/>
                </a:lnTo>
                <a:lnTo>
                  <a:pt x="5723" y="419"/>
                </a:lnTo>
                <a:lnTo>
                  <a:pt x="5718" y="437"/>
                </a:lnTo>
                <a:lnTo>
                  <a:pt x="5716" y="454"/>
                </a:lnTo>
                <a:lnTo>
                  <a:pt x="5716" y="454"/>
                </a:lnTo>
                <a:lnTo>
                  <a:pt x="5718" y="471"/>
                </a:lnTo>
                <a:lnTo>
                  <a:pt x="5723" y="486"/>
                </a:lnTo>
                <a:lnTo>
                  <a:pt x="5732" y="502"/>
                </a:lnTo>
                <a:lnTo>
                  <a:pt x="5742" y="514"/>
                </a:lnTo>
                <a:lnTo>
                  <a:pt x="5754" y="524"/>
                </a:lnTo>
                <a:lnTo>
                  <a:pt x="5769" y="533"/>
                </a:lnTo>
                <a:lnTo>
                  <a:pt x="5785" y="538"/>
                </a:lnTo>
                <a:lnTo>
                  <a:pt x="5804" y="540"/>
                </a:lnTo>
                <a:lnTo>
                  <a:pt x="5804" y="540"/>
                </a:lnTo>
                <a:lnTo>
                  <a:pt x="5821" y="538"/>
                </a:lnTo>
                <a:lnTo>
                  <a:pt x="5836" y="533"/>
                </a:lnTo>
                <a:lnTo>
                  <a:pt x="5852" y="524"/>
                </a:lnTo>
                <a:lnTo>
                  <a:pt x="5864" y="514"/>
                </a:lnTo>
                <a:lnTo>
                  <a:pt x="5874" y="502"/>
                </a:lnTo>
                <a:lnTo>
                  <a:pt x="5883" y="486"/>
                </a:lnTo>
                <a:lnTo>
                  <a:pt x="5888" y="471"/>
                </a:lnTo>
                <a:lnTo>
                  <a:pt x="5890" y="454"/>
                </a:lnTo>
                <a:lnTo>
                  <a:pt x="5890" y="454"/>
                </a:lnTo>
                <a:lnTo>
                  <a:pt x="5888" y="437"/>
                </a:lnTo>
                <a:lnTo>
                  <a:pt x="5883" y="419"/>
                </a:lnTo>
                <a:lnTo>
                  <a:pt x="5874" y="406"/>
                </a:lnTo>
                <a:lnTo>
                  <a:pt x="5864" y="392"/>
                </a:lnTo>
                <a:lnTo>
                  <a:pt x="5852" y="382"/>
                </a:lnTo>
                <a:lnTo>
                  <a:pt x="5836" y="375"/>
                </a:lnTo>
                <a:lnTo>
                  <a:pt x="5821" y="370"/>
                </a:lnTo>
                <a:lnTo>
                  <a:pt x="5804" y="368"/>
                </a:lnTo>
                <a:lnTo>
                  <a:pt x="5804" y="368"/>
                </a:lnTo>
                <a:close/>
                <a:moveTo>
                  <a:pt x="967" y="0"/>
                </a:moveTo>
                <a:lnTo>
                  <a:pt x="967" y="0"/>
                </a:lnTo>
                <a:lnTo>
                  <a:pt x="917" y="0"/>
                </a:lnTo>
                <a:lnTo>
                  <a:pt x="868" y="5"/>
                </a:lnTo>
                <a:lnTo>
                  <a:pt x="820" y="10"/>
                </a:lnTo>
                <a:lnTo>
                  <a:pt x="771" y="19"/>
                </a:lnTo>
                <a:lnTo>
                  <a:pt x="725" y="29"/>
                </a:lnTo>
                <a:lnTo>
                  <a:pt x="679" y="43"/>
                </a:lnTo>
                <a:lnTo>
                  <a:pt x="634" y="58"/>
                </a:lnTo>
                <a:lnTo>
                  <a:pt x="591" y="76"/>
                </a:lnTo>
                <a:lnTo>
                  <a:pt x="548" y="95"/>
                </a:lnTo>
                <a:lnTo>
                  <a:pt x="505" y="117"/>
                </a:lnTo>
                <a:lnTo>
                  <a:pt x="466" y="139"/>
                </a:lnTo>
                <a:lnTo>
                  <a:pt x="426" y="165"/>
                </a:lnTo>
                <a:lnTo>
                  <a:pt x="388" y="193"/>
                </a:lnTo>
                <a:lnTo>
                  <a:pt x="352" y="220"/>
                </a:lnTo>
                <a:lnTo>
                  <a:pt x="316" y="251"/>
                </a:lnTo>
                <a:lnTo>
                  <a:pt x="283" y="284"/>
                </a:lnTo>
                <a:lnTo>
                  <a:pt x="251" y="316"/>
                </a:lnTo>
                <a:lnTo>
                  <a:pt x="220" y="352"/>
                </a:lnTo>
                <a:lnTo>
                  <a:pt x="192" y="388"/>
                </a:lnTo>
                <a:lnTo>
                  <a:pt x="165" y="426"/>
                </a:lnTo>
                <a:lnTo>
                  <a:pt x="139" y="466"/>
                </a:lnTo>
                <a:lnTo>
                  <a:pt x="117" y="505"/>
                </a:lnTo>
                <a:lnTo>
                  <a:pt x="94" y="548"/>
                </a:lnTo>
                <a:lnTo>
                  <a:pt x="76" y="591"/>
                </a:lnTo>
                <a:lnTo>
                  <a:pt x="58" y="634"/>
                </a:lnTo>
                <a:lnTo>
                  <a:pt x="43" y="679"/>
                </a:lnTo>
                <a:lnTo>
                  <a:pt x="29" y="725"/>
                </a:lnTo>
                <a:lnTo>
                  <a:pt x="19" y="772"/>
                </a:lnTo>
                <a:lnTo>
                  <a:pt x="10" y="820"/>
                </a:lnTo>
                <a:lnTo>
                  <a:pt x="5" y="868"/>
                </a:lnTo>
                <a:lnTo>
                  <a:pt x="0" y="918"/>
                </a:lnTo>
                <a:lnTo>
                  <a:pt x="0" y="968"/>
                </a:lnTo>
                <a:lnTo>
                  <a:pt x="0" y="968"/>
                </a:lnTo>
                <a:lnTo>
                  <a:pt x="0" y="1018"/>
                </a:lnTo>
                <a:lnTo>
                  <a:pt x="5" y="1067"/>
                </a:lnTo>
                <a:lnTo>
                  <a:pt x="10" y="1116"/>
                </a:lnTo>
                <a:lnTo>
                  <a:pt x="19" y="1162"/>
                </a:lnTo>
                <a:lnTo>
                  <a:pt x="29" y="1210"/>
                </a:lnTo>
                <a:lnTo>
                  <a:pt x="43" y="1255"/>
                </a:lnTo>
                <a:lnTo>
                  <a:pt x="58" y="1301"/>
                </a:lnTo>
                <a:lnTo>
                  <a:pt x="76" y="1344"/>
                </a:lnTo>
                <a:lnTo>
                  <a:pt x="94" y="1387"/>
                </a:lnTo>
                <a:lnTo>
                  <a:pt x="117" y="1428"/>
                </a:lnTo>
                <a:lnTo>
                  <a:pt x="139" y="1470"/>
                </a:lnTo>
                <a:lnTo>
                  <a:pt x="165" y="1509"/>
                </a:lnTo>
                <a:lnTo>
                  <a:pt x="192" y="1547"/>
                </a:lnTo>
                <a:lnTo>
                  <a:pt x="220" y="1583"/>
                </a:lnTo>
                <a:lnTo>
                  <a:pt x="251" y="1619"/>
                </a:lnTo>
                <a:lnTo>
                  <a:pt x="283" y="1652"/>
                </a:lnTo>
                <a:lnTo>
                  <a:pt x="316" y="1684"/>
                </a:lnTo>
                <a:lnTo>
                  <a:pt x="352" y="1715"/>
                </a:lnTo>
                <a:lnTo>
                  <a:pt x="388" y="1743"/>
                </a:lnTo>
                <a:lnTo>
                  <a:pt x="426" y="1770"/>
                </a:lnTo>
                <a:lnTo>
                  <a:pt x="466" y="1796"/>
                </a:lnTo>
                <a:lnTo>
                  <a:pt x="505" y="1819"/>
                </a:lnTo>
                <a:lnTo>
                  <a:pt x="548" y="1841"/>
                </a:lnTo>
                <a:lnTo>
                  <a:pt x="591" y="1860"/>
                </a:lnTo>
                <a:lnTo>
                  <a:pt x="634" y="1877"/>
                </a:lnTo>
                <a:lnTo>
                  <a:pt x="679" y="1892"/>
                </a:lnTo>
                <a:lnTo>
                  <a:pt x="725" y="1904"/>
                </a:lnTo>
                <a:lnTo>
                  <a:pt x="771" y="1916"/>
                </a:lnTo>
                <a:lnTo>
                  <a:pt x="820" y="1925"/>
                </a:lnTo>
                <a:lnTo>
                  <a:pt x="868" y="1930"/>
                </a:lnTo>
                <a:lnTo>
                  <a:pt x="917" y="1934"/>
                </a:lnTo>
                <a:lnTo>
                  <a:pt x="967" y="1935"/>
                </a:lnTo>
                <a:lnTo>
                  <a:pt x="967" y="1935"/>
                </a:lnTo>
                <a:lnTo>
                  <a:pt x="1017" y="1934"/>
                </a:lnTo>
                <a:lnTo>
                  <a:pt x="1067" y="1930"/>
                </a:lnTo>
                <a:lnTo>
                  <a:pt x="1115" y="1925"/>
                </a:lnTo>
                <a:lnTo>
                  <a:pt x="1161" y="1916"/>
                </a:lnTo>
                <a:lnTo>
                  <a:pt x="1210" y="1904"/>
                </a:lnTo>
                <a:lnTo>
                  <a:pt x="1254" y="1892"/>
                </a:lnTo>
                <a:lnTo>
                  <a:pt x="1301" y="1877"/>
                </a:lnTo>
                <a:lnTo>
                  <a:pt x="1344" y="1860"/>
                </a:lnTo>
                <a:lnTo>
                  <a:pt x="1387" y="1841"/>
                </a:lnTo>
                <a:lnTo>
                  <a:pt x="1428" y="1819"/>
                </a:lnTo>
                <a:lnTo>
                  <a:pt x="1469" y="1796"/>
                </a:lnTo>
                <a:lnTo>
                  <a:pt x="1509" y="1770"/>
                </a:lnTo>
                <a:lnTo>
                  <a:pt x="1546" y="1743"/>
                </a:lnTo>
                <a:lnTo>
                  <a:pt x="1582" y="1715"/>
                </a:lnTo>
                <a:lnTo>
                  <a:pt x="1618" y="1684"/>
                </a:lnTo>
                <a:lnTo>
                  <a:pt x="1651" y="1652"/>
                </a:lnTo>
                <a:lnTo>
                  <a:pt x="1684" y="1619"/>
                </a:lnTo>
                <a:lnTo>
                  <a:pt x="1715" y="1583"/>
                </a:lnTo>
                <a:lnTo>
                  <a:pt x="1742" y="1547"/>
                </a:lnTo>
                <a:lnTo>
                  <a:pt x="1770" y="1509"/>
                </a:lnTo>
                <a:lnTo>
                  <a:pt x="1795" y="1470"/>
                </a:lnTo>
                <a:lnTo>
                  <a:pt x="1818" y="1428"/>
                </a:lnTo>
                <a:lnTo>
                  <a:pt x="1840" y="1387"/>
                </a:lnTo>
                <a:lnTo>
                  <a:pt x="1859" y="1344"/>
                </a:lnTo>
                <a:lnTo>
                  <a:pt x="1876" y="1301"/>
                </a:lnTo>
                <a:lnTo>
                  <a:pt x="1892" y="1255"/>
                </a:lnTo>
                <a:lnTo>
                  <a:pt x="1904" y="1210"/>
                </a:lnTo>
                <a:lnTo>
                  <a:pt x="1916" y="1162"/>
                </a:lnTo>
                <a:lnTo>
                  <a:pt x="1924" y="1116"/>
                </a:lnTo>
                <a:lnTo>
                  <a:pt x="1929" y="1067"/>
                </a:lnTo>
                <a:lnTo>
                  <a:pt x="1933" y="1018"/>
                </a:lnTo>
                <a:lnTo>
                  <a:pt x="1935" y="968"/>
                </a:lnTo>
                <a:lnTo>
                  <a:pt x="1935" y="968"/>
                </a:lnTo>
                <a:lnTo>
                  <a:pt x="1933" y="918"/>
                </a:lnTo>
                <a:lnTo>
                  <a:pt x="1929" y="868"/>
                </a:lnTo>
                <a:lnTo>
                  <a:pt x="1924" y="820"/>
                </a:lnTo>
                <a:lnTo>
                  <a:pt x="1916" y="772"/>
                </a:lnTo>
                <a:lnTo>
                  <a:pt x="1904" y="725"/>
                </a:lnTo>
                <a:lnTo>
                  <a:pt x="1892" y="679"/>
                </a:lnTo>
                <a:lnTo>
                  <a:pt x="1876" y="634"/>
                </a:lnTo>
                <a:lnTo>
                  <a:pt x="1859" y="591"/>
                </a:lnTo>
                <a:lnTo>
                  <a:pt x="1840" y="548"/>
                </a:lnTo>
                <a:lnTo>
                  <a:pt x="1818" y="505"/>
                </a:lnTo>
                <a:lnTo>
                  <a:pt x="1795" y="466"/>
                </a:lnTo>
                <a:lnTo>
                  <a:pt x="1770" y="426"/>
                </a:lnTo>
                <a:lnTo>
                  <a:pt x="1742" y="388"/>
                </a:lnTo>
                <a:lnTo>
                  <a:pt x="1715" y="352"/>
                </a:lnTo>
                <a:lnTo>
                  <a:pt x="1684" y="316"/>
                </a:lnTo>
                <a:lnTo>
                  <a:pt x="1651" y="284"/>
                </a:lnTo>
                <a:lnTo>
                  <a:pt x="1618" y="251"/>
                </a:lnTo>
                <a:lnTo>
                  <a:pt x="1582" y="220"/>
                </a:lnTo>
                <a:lnTo>
                  <a:pt x="1546" y="193"/>
                </a:lnTo>
                <a:lnTo>
                  <a:pt x="1509" y="165"/>
                </a:lnTo>
                <a:lnTo>
                  <a:pt x="1469" y="139"/>
                </a:lnTo>
                <a:lnTo>
                  <a:pt x="1428" y="117"/>
                </a:lnTo>
                <a:lnTo>
                  <a:pt x="1387" y="95"/>
                </a:lnTo>
                <a:lnTo>
                  <a:pt x="1344" y="76"/>
                </a:lnTo>
                <a:lnTo>
                  <a:pt x="1301" y="58"/>
                </a:lnTo>
                <a:lnTo>
                  <a:pt x="1254" y="43"/>
                </a:lnTo>
                <a:lnTo>
                  <a:pt x="1210" y="29"/>
                </a:lnTo>
                <a:lnTo>
                  <a:pt x="1161" y="19"/>
                </a:lnTo>
                <a:lnTo>
                  <a:pt x="1115" y="10"/>
                </a:lnTo>
                <a:lnTo>
                  <a:pt x="1067" y="5"/>
                </a:lnTo>
                <a:lnTo>
                  <a:pt x="1017" y="0"/>
                </a:lnTo>
                <a:lnTo>
                  <a:pt x="967" y="0"/>
                </a:lnTo>
                <a:lnTo>
                  <a:pt x="967" y="0"/>
                </a:lnTo>
                <a:close/>
                <a:moveTo>
                  <a:pt x="711" y="1224"/>
                </a:moveTo>
                <a:lnTo>
                  <a:pt x="711" y="1224"/>
                </a:lnTo>
                <a:lnTo>
                  <a:pt x="686" y="1196"/>
                </a:lnTo>
                <a:lnTo>
                  <a:pt x="665" y="1167"/>
                </a:lnTo>
                <a:lnTo>
                  <a:pt x="646" y="1136"/>
                </a:lnTo>
                <a:lnTo>
                  <a:pt x="631" y="1103"/>
                </a:lnTo>
                <a:lnTo>
                  <a:pt x="619" y="1071"/>
                </a:lnTo>
                <a:lnTo>
                  <a:pt x="612" y="1036"/>
                </a:lnTo>
                <a:lnTo>
                  <a:pt x="606" y="1002"/>
                </a:lnTo>
                <a:lnTo>
                  <a:pt x="605" y="968"/>
                </a:lnTo>
                <a:lnTo>
                  <a:pt x="606" y="933"/>
                </a:lnTo>
                <a:lnTo>
                  <a:pt x="612" y="899"/>
                </a:lnTo>
                <a:lnTo>
                  <a:pt x="619" y="865"/>
                </a:lnTo>
                <a:lnTo>
                  <a:pt x="631" y="830"/>
                </a:lnTo>
                <a:lnTo>
                  <a:pt x="646" y="799"/>
                </a:lnTo>
                <a:lnTo>
                  <a:pt x="665" y="768"/>
                </a:lnTo>
                <a:lnTo>
                  <a:pt x="686" y="739"/>
                </a:lnTo>
                <a:lnTo>
                  <a:pt x="711" y="712"/>
                </a:lnTo>
                <a:lnTo>
                  <a:pt x="711" y="712"/>
                </a:lnTo>
                <a:lnTo>
                  <a:pt x="739" y="686"/>
                </a:lnTo>
                <a:lnTo>
                  <a:pt x="768" y="665"/>
                </a:lnTo>
                <a:lnTo>
                  <a:pt x="799" y="646"/>
                </a:lnTo>
                <a:lnTo>
                  <a:pt x="830" y="631"/>
                </a:lnTo>
                <a:lnTo>
                  <a:pt x="864" y="619"/>
                </a:lnTo>
                <a:lnTo>
                  <a:pt x="899" y="612"/>
                </a:lnTo>
                <a:lnTo>
                  <a:pt x="933" y="607"/>
                </a:lnTo>
                <a:lnTo>
                  <a:pt x="967" y="605"/>
                </a:lnTo>
                <a:lnTo>
                  <a:pt x="1002" y="607"/>
                </a:lnTo>
                <a:lnTo>
                  <a:pt x="1036" y="612"/>
                </a:lnTo>
                <a:lnTo>
                  <a:pt x="1070" y="619"/>
                </a:lnTo>
                <a:lnTo>
                  <a:pt x="1103" y="631"/>
                </a:lnTo>
                <a:lnTo>
                  <a:pt x="1136" y="646"/>
                </a:lnTo>
                <a:lnTo>
                  <a:pt x="1167" y="665"/>
                </a:lnTo>
                <a:lnTo>
                  <a:pt x="1196" y="686"/>
                </a:lnTo>
                <a:lnTo>
                  <a:pt x="1223" y="712"/>
                </a:lnTo>
                <a:lnTo>
                  <a:pt x="1223" y="712"/>
                </a:lnTo>
                <a:lnTo>
                  <a:pt x="1249" y="739"/>
                </a:lnTo>
                <a:lnTo>
                  <a:pt x="1270" y="768"/>
                </a:lnTo>
                <a:lnTo>
                  <a:pt x="1289" y="799"/>
                </a:lnTo>
                <a:lnTo>
                  <a:pt x="1304" y="830"/>
                </a:lnTo>
                <a:lnTo>
                  <a:pt x="1314" y="865"/>
                </a:lnTo>
                <a:lnTo>
                  <a:pt x="1323" y="899"/>
                </a:lnTo>
                <a:lnTo>
                  <a:pt x="1328" y="933"/>
                </a:lnTo>
                <a:lnTo>
                  <a:pt x="1330" y="968"/>
                </a:lnTo>
                <a:lnTo>
                  <a:pt x="1328" y="1002"/>
                </a:lnTo>
                <a:lnTo>
                  <a:pt x="1323" y="1036"/>
                </a:lnTo>
                <a:lnTo>
                  <a:pt x="1314" y="1071"/>
                </a:lnTo>
                <a:lnTo>
                  <a:pt x="1304" y="1103"/>
                </a:lnTo>
                <a:lnTo>
                  <a:pt x="1289" y="1136"/>
                </a:lnTo>
                <a:lnTo>
                  <a:pt x="1270" y="1167"/>
                </a:lnTo>
                <a:lnTo>
                  <a:pt x="1249" y="1196"/>
                </a:lnTo>
                <a:lnTo>
                  <a:pt x="1223" y="1224"/>
                </a:lnTo>
                <a:lnTo>
                  <a:pt x="1223" y="1224"/>
                </a:lnTo>
                <a:lnTo>
                  <a:pt x="1196" y="1250"/>
                </a:lnTo>
                <a:lnTo>
                  <a:pt x="1167" y="1270"/>
                </a:lnTo>
                <a:lnTo>
                  <a:pt x="1136" y="1289"/>
                </a:lnTo>
                <a:lnTo>
                  <a:pt x="1103" y="1305"/>
                </a:lnTo>
                <a:lnTo>
                  <a:pt x="1070" y="1315"/>
                </a:lnTo>
                <a:lnTo>
                  <a:pt x="1036" y="1324"/>
                </a:lnTo>
                <a:lnTo>
                  <a:pt x="1002" y="1329"/>
                </a:lnTo>
                <a:lnTo>
                  <a:pt x="967" y="1330"/>
                </a:lnTo>
                <a:lnTo>
                  <a:pt x="933" y="1329"/>
                </a:lnTo>
                <a:lnTo>
                  <a:pt x="899" y="1324"/>
                </a:lnTo>
                <a:lnTo>
                  <a:pt x="864" y="1315"/>
                </a:lnTo>
                <a:lnTo>
                  <a:pt x="830" y="1305"/>
                </a:lnTo>
                <a:lnTo>
                  <a:pt x="799" y="1289"/>
                </a:lnTo>
                <a:lnTo>
                  <a:pt x="768" y="1270"/>
                </a:lnTo>
                <a:lnTo>
                  <a:pt x="739" y="1250"/>
                </a:lnTo>
                <a:lnTo>
                  <a:pt x="711" y="1224"/>
                </a:lnTo>
                <a:lnTo>
                  <a:pt x="711" y="1224"/>
                </a:lnTo>
                <a:close/>
                <a:moveTo>
                  <a:pt x="1438" y="1619"/>
                </a:moveTo>
                <a:lnTo>
                  <a:pt x="1438" y="1619"/>
                </a:lnTo>
                <a:lnTo>
                  <a:pt x="1419" y="1619"/>
                </a:lnTo>
                <a:lnTo>
                  <a:pt x="1400" y="1616"/>
                </a:lnTo>
                <a:lnTo>
                  <a:pt x="1383" y="1612"/>
                </a:lnTo>
                <a:lnTo>
                  <a:pt x="1368" y="1605"/>
                </a:lnTo>
                <a:lnTo>
                  <a:pt x="1350" y="1599"/>
                </a:lnTo>
                <a:lnTo>
                  <a:pt x="1337" y="1588"/>
                </a:lnTo>
                <a:lnTo>
                  <a:pt x="1323" y="1578"/>
                </a:lnTo>
                <a:lnTo>
                  <a:pt x="1309" y="1566"/>
                </a:lnTo>
                <a:lnTo>
                  <a:pt x="1297" y="1554"/>
                </a:lnTo>
                <a:lnTo>
                  <a:pt x="1287" y="1540"/>
                </a:lnTo>
                <a:lnTo>
                  <a:pt x="1278" y="1525"/>
                </a:lnTo>
                <a:lnTo>
                  <a:pt x="1270" y="1509"/>
                </a:lnTo>
                <a:lnTo>
                  <a:pt x="1265" y="1492"/>
                </a:lnTo>
                <a:lnTo>
                  <a:pt x="1259" y="1475"/>
                </a:lnTo>
                <a:lnTo>
                  <a:pt x="1258" y="1458"/>
                </a:lnTo>
                <a:lnTo>
                  <a:pt x="1256" y="1439"/>
                </a:lnTo>
                <a:lnTo>
                  <a:pt x="1256" y="1439"/>
                </a:lnTo>
                <a:lnTo>
                  <a:pt x="1258" y="1420"/>
                </a:lnTo>
                <a:lnTo>
                  <a:pt x="1259" y="1401"/>
                </a:lnTo>
                <a:lnTo>
                  <a:pt x="1265" y="1384"/>
                </a:lnTo>
                <a:lnTo>
                  <a:pt x="1270" y="1368"/>
                </a:lnTo>
                <a:lnTo>
                  <a:pt x="1278" y="1351"/>
                </a:lnTo>
                <a:lnTo>
                  <a:pt x="1287" y="1337"/>
                </a:lnTo>
                <a:lnTo>
                  <a:pt x="1297" y="1324"/>
                </a:lnTo>
                <a:lnTo>
                  <a:pt x="1309" y="1310"/>
                </a:lnTo>
                <a:lnTo>
                  <a:pt x="1323" y="1298"/>
                </a:lnTo>
                <a:lnTo>
                  <a:pt x="1337" y="1287"/>
                </a:lnTo>
                <a:lnTo>
                  <a:pt x="1350" y="1279"/>
                </a:lnTo>
                <a:lnTo>
                  <a:pt x="1368" y="1270"/>
                </a:lnTo>
                <a:lnTo>
                  <a:pt x="1383" y="1265"/>
                </a:lnTo>
                <a:lnTo>
                  <a:pt x="1400" y="1260"/>
                </a:lnTo>
                <a:lnTo>
                  <a:pt x="1419" y="1258"/>
                </a:lnTo>
                <a:lnTo>
                  <a:pt x="1438" y="1256"/>
                </a:lnTo>
                <a:lnTo>
                  <a:pt x="1438" y="1256"/>
                </a:lnTo>
                <a:lnTo>
                  <a:pt x="1457" y="1258"/>
                </a:lnTo>
                <a:lnTo>
                  <a:pt x="1474" y="1260"/>
                </a:lnTo>
                <a:lnTo>
                  <a:pt x="1491" y="1265"/>
                </a:lnTo>
                <a:lnTo>
                  <a:pt x="1509" y="1270"/>
                </a:lnTo>
                <a:lnTo>
                  <a:pt x="1524" y="1279"/>
                </a:lnTo>
                <a:lnTo>
                  <a:pt x="1539" y="1287"/>
                </a:lnTo>
                <a:lnTo>
                  <a:pt x="1553" y="1298"/>
                </a:lnTo>
                <a:lnTo>
                  <a:pt x="1565" y="1310"/>
                </a:lnTo>
                <a:lnTo>
                  <a:pt x="1577" y="1324"/>
                </a:lnTo>
                <a:lnTo>
                  <a:pt x="1588" y="1337"/>
                </a:lnTo>
                <a:lnTo>
                  <a:pt x="1598" y="1351"/>
                </a:lnTo>
                <a:lnTo>
                  <a:pt x="1605" y="1368"/>
                </a:lnTo>
                <a:lnTo>
                  <a:pt x="1612" y="1384"/>
                </a:lnTo>
                <a:lnTo>
                  <a:pt x="1615" y="1401"/>
                </a:lnTo>
                <a:lnTo>
                  <a:pt x="1618" y="1420"/>
                </a:lnTo>
                <a:lnTo>
                  <a:pt x="1618" y="1439"/>
                </a:lnTo>
                <a:lnTo>
                  <a:pt x="1618" y="1439"/>
                </a:lnTo>
                <a:lnTo>
                  <a:pt x="1618" y="1458"/>
                </a:lnTo>
                <a:lnTo>
                  <a:pt x="1615" y="1475"/>
                </a:lnTo>
                <a:lnTo>
                  <a:pt x="1612" y="1492"/>
                </a:lnTo>
                <a:lnTo>
                  <a:pt x="1605" y="1509"/>
                </a:lnTo>
                <a:lnTo>
                  <a:pt x="1598" y="1525"/>
                </a:lnTo>
                <a:lnTo>
                  <a:pt x="1588" y="1540"/>
                </a:lnTo>
                <a:lnTo>
                  <a:pt x="1577" y="1554"/>
                </a:lnTo>
                <a:lnTo>
                  <a:pt x="1565" y="1566"/>
                </a:lnTo>
                <a:lnTo>
                  <a:pt x="1553" y="1578"/>
                </a:lnTo>
                <a:lnTo>
                  <a:pt x="1539" y="1588"/>
                </a:lnTo>
                <a:lnTo>
                  <a:pt x="1524" y="1599"/>
                </a:lnTo>
                <a:lnTo>
                  <a:pt x="1509" y="1605"/>
                </a:lnTo>
                <a:lnTo>
                  <a:pt x="1491" y="1612"/>
                </a:lnTo>
                <a:lnTo>
                  <a:pt x="1474" y="1616"/>
                </a:lnTo>
                <a:lnTo>
                  <a:pt x="1457" y="1619"/>
                </a:lnTo>
                <a:lnTo>
                  <a:pt x="1438" y="1619"/>
                </a:lnTo>
                <a:lnTo>
                  <a:pt x="1438" y="1619"/>
                </a:lnTo>
                <a:close/>
                <a:moveTo>
                  <a:pt x="1823" y="1702"/>
                </a:moveTo>
                <a:lnTo>
                  <a:pt x="1823" y="1702"/>
                </a:lnTo>
                <a:lnTo>
                  <a:pt x="1811" y="1703"/>
                </a:lnTo>
                <a:lnTo>
                  <a:pt x="1799" y="1705"/>
                </a:lnTo>
                <a:lnTo>
                  <a:pt x="1787" y="1709"/>
                </a:lnTo>
                <a:lnTo>
                  <a:pt x="1775" y="1712"/>
                </a:lnTo>
                <a:lnTo>
                  <a:pt x="1765" y="1717"/>
                </a:lnTo>
                <a:lnTo>
                  <a:pt x="1754" y="1722"/>
                </a:lnTo>
                <a:lnTo>
                  <a:pt x="1746" y="1731"/>
                </a:lnTo>
                <a:lnTo>
                  <a:pt x="1737" y="1738"/>
                </a:lnTo>
                <a:lnTo>
                  <a:pt x="1728" y="1746"/>
                </a:lnTo>
                <a:lnTo>
                  <a:pt x="1722" y="1755"/>
                </a:lnTo>
                <a:lnTo>
                  <a:pt x="1716" y="1765"/>
                </a:lnTo>
                <a:lnTo>
                  <a:pt x="1711" y="1776"/>
                </a:lnTo>
                <a:lnTo>
                  <a:pt x="1708" y="1788"/>
                </a:lnTo>
                <a:lnTo>
                  <a:pt x="1704" y="1800"/>
                </a:lnTo>
                <a:lnTo>
                  <a:pt x="1703" y="1812"/>
                </a:lnTo>
                <a:lnTo>
                  <a:pt x="1701" y="1824"/>
                </a:lnTo>
                <a:lnTo>
                  <a:pt x="1701" y="1824"/>
                </a:lnTo>
                <a:lnTo>
                  <a:pt x="1703" y="1836"/>
                </a:lnTo>
                <a:lnTo>
                  <a:pt x="1704" y="1848"/>
                </a:lnTo>
                <a:lnTo>
                  <a:pt x="1708" y="1860"/>
                </a:lnTo>
                <a:lnTo>
                  <a:pt x="1711" y="1870"/>
                </a:lnTo>
                <a:lnTo>
                  <a:pt x="1716" y="1880"/>
                </a:lnTo>
                <a:lnTo>
                  <a:pt x="1722" y="1891"/>
                </a:lnTo>
                <a:lnTo>
                  <a:pt x="1728" y="1901"/>
                </a:lnTo>
                <a:lnTo>
                  <a:pt x="1737" y="1910"/>
                </a:lnTo>
                <a:lnTo>
                  <a:pt x="1746" y="1916"/>
                </a:lnTo>
                <a:lnTo>
                  <a:pt x="1754" y="1923"/>
                </a:lnTo>
                <a:lnTo>
                  <a:pt x="1765" y="1930"/>
                </a:lnTo>
                <a:lnTo>
                  <a:pt x="1775" y="1935"/>
                </a:lnTo>
                <a:lnTo>
                  <a:pt x="1787" y="1939"/>
                </a:lnTo>
                <a:lnTo>
                  <a:pt x="1799" y="1942"/>
                </a:lnTo>
                <a:lnTo>
                  <a:pt x="1811" y="1944"/>
                </a:lnTo>
                <a:lnTo>
                  <a:pt x="1823" y="1944"/>
                </a:lnTo>
                <a:lnTo>
                  <a:pt x="1823" y="1944"/>
                </a:lnTo>
                <a:lnTo>
                  <a:pt x="1835" y="1944"/>
                </a:lnTo>
                <a:lnTo>
                  <a:pt x="1847" y="1942"/>
                </a:lnTo>
                <a:lnTo>
                  <a:pt x="1859" y="1939"/>
                </a:lnTo>
                <a:lnTo>
                  <a:pt x="1869" y="1935"/>
                </a:lnTo>
                <a:lnTo>
                  <a:pt x="1880" y="1930"/>
                </a:lnTo>
                <a:lnTo>
                  <a:pt x="1890" y="1923"/>
                </a:lnTo>
                <a:lnTo>
                  <a:pt x="1900" y="1916"/>
                </a:lnTo>
                <a:lnTo>
                  <a:pt x="1909" y="1910"/>
                </a:lnTo>
                <a:lnTo>
                  <a:pt x="1916" y="1901"/>
                </a:lnTo>
                <a:lnTo>
                  <a:pt x="1923" y="1891"/>
                </a:lnTo>
                <a:lnTo>
                  <a:pt x="1929" y="1880"/>
                </a:lnTo>
                <a:lnTo>
                  <a:pt x="1935" y="1870"/>
                </a:lnTo>
                <a:lnTo>
                  <a:pt x="1938" y="1860"/>
                </a:lnTo>
                <a:lnTo>
                  <a:pt x="1941" y="1848"/>
                </a:lnTo>
                <a:lnTo>
                  <a:pt x="1943" y="1836"/>
                </a:lnTo>
                <a:lnTo>
                  <a:pt x="1943" y="1824"/>
                </a:lnTo>
                <a:lnTo>
                  <a:pt x="1943" y="1824"/>
                </a:lnTo>
                <a:lnTo>
                  <a:pt x="1943" y="1812"/>
                </a:lnTo>
                <a:lnTo>
                  <a:pt x="1941" y="1800"/>
                </a:lnTo>
                <a:lnTo>
                  <a:pt x="1938" y="1788"/>
                </a:lnTo>
                <a:lnTo>
                  <a:pt x="1935" y="1776"/>
                </a:lnTo>
                <a:lnTo>
                  <a:pt x="1929" y="1765"/>
                </a:lnTo>
                <a:lnTo>
                  <a:pt x="1923" y="1755"/>
                </a:lnTo>
                <a:lnTo>
                  <a:pt x="1916" y="1746"/>
                </a:lnTo>
                <a:lnTo>
                  <a:pt x="1909" y="1738"/>
                </a:lnTo>
                <a:lnTo>
                  <a:pt x="1900" y="1731"/>
                </a:lnTo>
                <a:lnTo>
                  <a:pt x="1890" y="1722"/>
                </a:lnTo>
                <a:lnTo>
                  <a:pt x="1880" y="1717"/>
                </a:lnTo>
                <a:lnTo>
                  <a:pt x="1869" y="1712"/>
                </a:lnTo>
                <a:lnTo>
                  <a:pt x="1859" y="1709"/>
                </a:lnTo>
                <a:lnTo>
                  <a:pt x="1847" y="1705"/>
                </a:lnTo>
                <a:lnTo>
                  <a:pt x="1835" y="1703"/>
                </a:lnTo>
                <a:lnTo>
                  <a:pt x="1823" y="1702"/>
                </a:lnTo>
                <a:lnTo>
                  <a:pt x="1823" y="1702"/>
                </a:lnTo>
                <a:close/>
              </a:path>
            </a:pathLst>
          </a:custGeom>
          <a:solidFill>
            <a:srgbClr val="000006"/>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Light"/>
              <a:ea typeface="Roboto Light"/>
              <a:cs typeface="Roboto Light"/>
              <a:sym typeface="Roboto Light"/>
            </a:endParaRPr>
          </a:p>
        </p:txBody>
      </p:sp>
      <p:sp>
        <p:nvSpPr>
          <p:cNvPr id="25" name="Google Shape;25;p14"/>
          <p:cNvSpPr txBox="1"/>
          <p:nvPr/>
        </p:nvSpPr>
        <p:spPr>
          <a:xfrm>
            <a:off x="897731" y="300153"/>
            <a:ext cx="5584800" cy="618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5"/>
              </a:buClr>
              <a:buSzPts val="1800"/>
              <a:buFont typeface="Arial"/>
              <a:buNone/>
            </a:pPr>
            <a:r>
              <a:rPr b="0" i="0" lang="en-AU" sz="1800" u="none" cap="none" strike="noStrike">
                <a:solidFill>
                  <a:srgbClr val="000005"/>
                </a:solidFill>
                <a:latin typeface="Roboto"/>
                <a:ea typeface="Roboto"/>
                <a:cs typeface="Roboto"/>
                <a:sym typeface="Roboto"/>
              </a:rPr>
              <a:t>Our 17 year history assures best practice in privacy, security and the ethical use of data</a:t>
            </a:r>
            <a:endParaRPr b="0" i="0" sz="1100" u="none" cap="none" strike="noStrike">
              <a:solidFill>
                <a:srgbClr val="000000"/>
              </a:solidFill>
              <a:latin typeface="Arial"/>
              <a:ea typeface="Arial"/>
              <a:cs typeface="Arial"/>
              <a:sym typeface="Arial"/>
            </a:endParaRPr>
          </a:p>
        </p:txBody>
      </p:sp>
      <p:sp>
        <p:nvSpPr>
          <p:cNvPr id="26" name="Google Shape;26;p14"/>
          <p:cNvSpPr txBox="1"/>
          <p:nvPr/>
        </p:nvSpPr>
        <p:spPr>
          <a:xfrm>
            <a:off x="7055711" y="1813414"/>
            <a:ext cx="1754100" cy="16353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rgbClr val="FFFFFF"/>
              </a:buClr>
              <a:buSzPts val="1400"/>
              <a:buFont typeface="Arial"/>
              <a:buNone/>
            </a:pPr>
            <a:r>
              <a:rPr b="0" i="0" lang="en-AU" sz="1400" u="none" cap="none" strike="noStrike">
                <a:solidFill>
                  <a:srgbClr val="FFFFFF"/>
                </a:solidFill>
                <a:latin typeface="Roboto Light"/>
                <a:ea typeface="Roboto Light"/>
                <a:cs typeface="Roboto Light"/>
                <a:sym typeface="Roboto Light"/>
              </a:rPr>
              <a:t>Quantium believes </a:t>
            </a:r>
            <a:br>
              <a:rPr b="0" i="0" lang="en-AU" sz="1400" u="none" cap="none" strike="noStrike">
                <a:solidFill>
                  <a:srgbClr val="FFFFFF"/>
                </a:solidFill>
                <a:latin typeface="Roboto Light"/>
                <a:ea typeface="Roboto Light"/>
                <a:cs typeface="Roboto Light"/>
                <a:sym typeface="Roboto Light"/>
              </a:rPr>
            </a:br>
            <a:r>
              <a:rPr b="0" i="0" lang="en-AU" sz="1400" u="none" cap="none" strike="noStrike">
                <a:solidFill>
                  <a:srgbClr val="FFFFFF"/>
                </a:solidFill>
                <a:latin typeface="Roboto Light"/>
                <a:ea typeface="Roboto Light"/>
                <a:cs typeface="Roboto Light"/>
                <a:sym typeface="Roboto Light"/>
              </a:rPr>
              <a:t>in using data for progress, with great care and responsibility. As such please respect the commercial in confidence nature </a:t>
            </a:r>
            <a:br>
              <a:rPr b="0" i="0" lang="en-AU" sz="1400" u="none" cap="none" strike="noStrike">
                <a:solidFill>
                  <a:srgbClr val="FFFFFF"/>
                </a:solidFill>
                <a:latin typeface="Roboto Light"/>
                <a:ea typeface="Roboto Light"/>
                <a:cs typeface="Roboto Light"/>
                <a:sym typeface="Roboto Light"/>
              </a:rPr>
            </a:br>
            <a:r>
              <a:rPr b="0" i="0" lang="en-AU" sz="1400" u="none" cap="none" strike="noStrike">
                <a:solidFill>
                  <a:srgbClr val="FFFFFF"/>
                </a:solidFill>
                <a:latin typeface="Roboto Light"/>
                <a:ea typeface="Roboto Light"/>
                <a:cs typeface="Roboto Light"/>
                <a:sym typeface="Roboto Light"/>
              </a:rPr>
              <a:t>of this document.</a:t>
            </a:r>
            <a:endParaRPr b="0" i="0" sz="1100" u="none" cap="none" strike="noStrike">
              <a:solidFill>
                <a:srgbClr val="000000"/>
              </a:solidFill>
              <a:latin typeface="Arial"/>
              <a:ea typeface="Arial"/>
              <a:cs typeface="Arial"/>
              <a:sym typeface="Arial"/>
            </a:endParaRPr>
          </a:p>
        </p:txBody>
      </p:sp>
      <p:sp>
        <p:nvSpPr>
          <p:cNvPr id="27" name="Google Shape;27;p14"/>
          <p:cNvSpPr txBox="1"/>
          <p:nvPr/>
        </p:nvSpPr>
        <p:spPr>
          <a:xfrm>
            <a:off x="7055711" y="375047"/>
            <a:ext cx="1655400" cy="8049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FFFFFF"/>
              </a:buClr>
              <a:buSzPts val="1800"/>
              <a:buFont typeface="Arial"/>
              <a:buNone/>
            </a:pPr>
            <a:r>
              <a:rPr b="0" i="0" lang="en-AU" sz="1800" u="none" cap="none" strike="noStrike">
                <a:solidFill>
                  <a:srgbClr val="FFFFFF"/>
                </a:solidFill>
                <a:latin typeface="Roboto"/>
                <a:ea typeface="Roboto"/>
                <a:cs typeface="Roboto"/>
                <a:sym typeface="Roboto"/>
              </a:rPr>
              <a:t>We all have a responsibility</a:t>
            </a:r>
            <a:br>
              <a:rPr b="0" i="0" lang="en-AU" sz="1800" u="none" cap="none" strike="noStrike">
                <a:solidFill>
                  <a:srgbClr val="FFFFFF"/>
                </a:solidFill>
                <a:latin typeface="Roboto"/>
                <a:ea typeface="Roboto"/>
                <a:cs typeface="Roboto"/>
                <a:sym typeface="Roboto"/>
              </a:rPr>
            </a:br>
            <a:r>
              <a:rPr b="0" i="0" lang="en-AU" sz="1800" u="none" cap="none" strike="noStrike">
                <a:solidFill>
                  <a:srgbClr val="FFFFFF"/>
                </a:solidFill>
                <a:latin typeface="Roboto"/>
                <a:ea typeface="Roboto"/>
                <a:cs typeface="Roboto"/>
                <a:sym typeface="Roboto"/>
              </a:rPr>
              <a:t>to use data</a:t>
            </a:r>
            <a:br>
              <a:rPr b="0" i="0" lang="en-AU" sz="1800" u="none" cap="none" strike="noStrike">
                <a:solidFill>
                  <a:srgbClr val="FFFFFF"/>
                </a:solidFill>
                <a:latin typeface="Roboto"/>
                <a:ea typeface="Roboto"/>
                <a:cs typeface="Roboto"/>
                <a:sym typeface="Roboto"/>
              </a:rPr>
            </a:br>
            <a:r>
              <a:rPr b="0" i="0" lang="en-AU" sz="1800" u="none" cap="none" strike="noStrike">
                <a:solidFill>
                  <a:srgbClr val="FFFFFF"/>
                </a:solidFill>
                <a:latin typeface="Roboto"/>
                <a:ea typeface="Roboto"/>
                <a:cs typeface="Roboto"/>
                <a:sym typeface="Roboto"/>
              </a:rPr>
              <a:t>for good</a:t>
            </a:r>
            <a:endParaRPr b="0" i="0" sz="1100" u="none" cap="none" strike="noStrike">
              <a:solidFill>
                <a:srgbClr val="000000"/>
              </a:solidFill>
              <a:latin typeface="Arial"/>
              <a:ea typeface="Arial"/>
              <a:cs typeface="Arial"/>
              <a:sym typeface="Arial"/>
            </a:endParaRPr>
          </a:p>
        </p:txBody>
      </p:sp>
      <p:sp>
        <p:nvSpPr>
          <p:cNvPr id="28" name="Google Shape;28;p14"/>
          <p:cNvSpPr/>
          <p:nvPr/>
        </p:nvSpPr>
        <p:spPr>
          <a:xfrm>
            <a:off x="897731" y="1479431"/>
            <a:ext cx="1733400" cy="230700"/>
          </a:xfrm>
          <a:prstGeom prst="rect">
            <a:avLst/>
          </a:prstGeom>
          <a:noFill/>
          <a:ln>
            <a:noFill/>
          </a:ln>
        </p:spPr>
        <p:txBody>
          <a:bodyPr anchorCtr="0" anchor="ctr" bIns="34275" lIns="0" spcFirstLastPara="1" rIns="68575" wrap="square" tIns="34275">
            <a:noAutofit/>
          </a:bodyPr>
          <a:lstStyle/>
          <a:p>
            <a:pPr indent="0" lvl="0" marL="0" marR="0" rtl="0" algn="l">
              <a:lnSpc>
                <a:spcPct val="100000"/>
              </a:lnSpc>
              <a:spcBef>
                <a:spcPts val="0"/>
              </a:spcBef>
              <a:spcAft>
                <a:spcPts val="0"/>
              </a:spcAft>
              <a:buClr>
                <a:srgbClr val="000005"/>
              </a:buClr>
              <a:buSzPts val="1100"/>
              <a:buFont typeface="Roboto Medium"/>
              <a:buNone/>
            </a:pPr>
            <a:r>
              <a:rPr b="0" i="0" lang="en-AU" sz="1100" u="none" cap="none" strike="noStrike">
                <a:solidFill>
                  <a:srgbClr val="000005"/>
                </a:solidFill>
                <a:latin typeface="Roboto Medium"/>
                <a:ea typeface="Roboto Medium"/>
                <a:cs typeface="Roboto Medium"/>
                <a:sym typeface="Roboto Medium"/>
              </a:rPr>
              <a:t>Privacy</a:t>
            </a:r>
            <a:endParaRPr b="0" i="0" sz="1100" u="none" cap="none" strike="noStrike">
              <a:solidFill>
                <a:srgbClr val="000000"/>
              </a:solidFill>
              <a:latin typeface="Arial"/>
              <a:ea typeface="Arial"/>
              <a:cs typeface="Arial"/>
              <a:sym typeface="Arial"/>
            </a:endParaRPr>
          </a:p>
        </p:txBody>
      </p:sp>
      <p:sp>
        <p:nvSpPr>
          <p:cNvPr id="29" name="Google Shape;29;p14"/>
          <p:cNvSpPr/>
          <p:nvPr/>
        </p:nvSpPr>
        <p:spPr>
          <a:xfrm>
            <a:off x="897731" y="1690978"/>
            <a:ext cx="1733400" cy="1454100"/>
          </a:xfrm>
          <a:prstGeom prst="rect">
            <a:avLst/>
          </a:prstGeom>
          <a:noFill/>
          <a:ln>
            <a:noFill/>
          </a:ln>
        </p:spPr>
        <p:txBody>
          <a:bodyPr anchorCtr="0" anchor="t" bIns="34275" lIns="0" spcFirstLastPara="1" rIns="0" wrap="square" tIns="34275">
            <a:noAutofit/>
          </a:bodyPr>
          <a:lstStyle/>
          <a:p>
            <a:pPr indent="-139700" lvl="0" marL="139700" marR="0" rtl="0" algn="l">
              <a:lnSpc>
                <a:spcPct val="100000"/>
              </a:lnSpc>
              <a:spcBef>
                <a:spcPts val="0"/>
              </a:spcBef>
              <a:spcAft>
                <a:spcPts val="0"/>
              </a:spcAft>
              <a:buClr>
                <a:srgbClr val="000005"/>
              </a:buClr>
              <a:buSzPts val="800"/>
              <a:buFont typeface="Roboto Light"/>
              <a:buChar char="•"/>
            </a:pPr>
            <a:r>
              <a:rPr b="0" i="0" lang="en-AU" sz="800" u="none" cap="none" strike="noStrike">
                <a:solidFill>
                  <a:srgbClr val="000005"/>
                </a:solidFill>
                <a:latin typeface="Roboto Light"/>
                <a:ea typeface="Roboto Light"/>
                <a:cs typeface="Roboto Light"/>
                <a:sym typeface="Roboto Light"/>
              </a:rPr>
              <a:t>We have built our business based on privacy by design principles </a:t>
            </a:r>
            <a:br>
              <a:rPr b="0" i="0" lang="en-AU" sz="800" u="none" cap="none" strike="noStrike">
                <a:solidFill>
                  <a:srgbClr val="000005"/>
                </a:solidFill>
                <a:latin typeface="Roboto Light"/>
                <a:ea typeface="Roboto Light"/>
                <a:cs typeface="Roboto Light"/>
                <a:sym typeface="Roboto Light"/>
              </a:rPr>
            </a:br>
            <a:r>
              <a:rPr b="0" i="0" lang="en-AU" sz="800" u="none" cap="none" strike="noStrike">
                <a:solidFill>
                  <a:srgbClr val="000005"/>
                </a:solidFill>
                <a:latin typeface="Roboto Light"/>
                <a:ea typeface="Roboto Light"/>
                <a:cs typeface="Roboto Light"/>
                <a:sym typeface="Roboto Light"/>
              </a:rPr>
              <a:t>for the past 17 years</a:t>
            </a:r>
            <a:endParaRPr b="0" i="0" sz="1100" u="none" cap="none" strike="noStrike">
              <a:solidFill>
                <a:srgbClr val="000000"/>
              </a:solidFill>
              <a:latin typeface="Arial"/>
              <a:ea typeface="Arial"/>
              <a:cs typeface="Arial"/>
              <a:sym typeface="Arial"/>
            </a:endParaRPr>
          </a:p>
          <a:p>
            <a:pPr indent="-139700" lvl="0" marL="139700" marR="0" rtl="0" algn="l">
              <a:lnSpc>
                <a:spcPct val="100000"/>
              </a:lnSpc>
              <a:spcBef>
                <a:spcPts val="500"/>
              </a:spcBef>
              <a:spcAft>
                <a:spcPts val="0"/>
              </a:spcAft>
              <a:buClr>
                <a:srgbClr val="000005"/>
              </a:buClr>
              <a:buSzPts val="800"/>
              <a:buFont typeface="Roboto Light"/>
              <a:buChar char="•"/>
            </a:pPr>
            <a:r>
              <a:rPr b="0" i="0" lang="en-AU" sz="800" u="none" cap="none" strike="noStrike">
                <a:solidFill>
                  <a:srgbClr val="000005"/>
                </a:solidFill>
                <a:latin typeface="Roboto Light"/>
                <a:ea typeface="Roboto Light"/>
                <a:cs typeface="Roboto Light"/>
                <a:sym typeface="Roboto Light"/>
              </a:rPr>
              <a:t>Quantium has strict protocols</a:t>
            </a:r>
            <a:br>
              <a:rPr b="0" i="0" lang="en-AU" sz="800" u="none" cap="none" strike="noStrike">
                <a:solidFill>
                  <a:srgbClr val="000005"/>
                </a:solidFill>
                <a:latin typeface="Roboto Light"/>
                <a:ea typeface="Roboto Light"/>
                <a:cs typeface="Roboto Light"/>
                <a:sym typeface="Roboto Light"/>
              </a:rPr>
            </a:br>
            <a:r>
              <a:rPr b="0" i="0" lang="en-AU" sz="800" u="none" cap="none" strike="noStrike">
                <a:solidFill>
                  <a:srgbClr val="000005"/>
                </a:solidFill>
                <a:latin typeface="Roboto Light"/>
                <a:ea typeface="Roboto Light"/>
                <a:cs typeface="Roboto Light"/>
                <a:sym typeface="Roboto Light"/>
              </a:rPr>
              <a:t>around the receipt and storage </a:t>
            </a:r>
            <a:br>
              <a:rPr b="0" i="0" lang="en-AU" sz="800" u="none" cap="none" strike="noStrike">
                <a:solidFill>
                  <a:srgbClr val="000005"/>
                </a:solidFill>
                <a:latin typeface="Roboto Light"/>
                <a:ea typeface="Roboto Light"/>
                <a:cs typeface="Roboto Light"/>
                <a:sym typeface="Roboto Light"/>
              </a:rPr>
            </a:br>
            <a:r>
              <a:rPr b="0" i="0" lang="en-AU" sz="800" u="none" cap="none" strike="noStrike">
                <a:solidFill>
                  <a:srgbClr val="000005"/>
                </a:solidFill>
                <a:latin typeface="Roboto Light"/>
                <a:ea typeface="Roboto Light"/>
                <a:cs typeface="Roboto Light"/>
                <a:sym typeface="Roboto Light"/>
              </a:rPr>
              <a:t>of personal information</a:t>
            </a:r>
            <a:endParaRPr b="0" i="0" sz="1100" u="none" cap="none" strike="noStrike">
              <a:solidFill>
                <a:srgbClr val="000000"/>
              </a:solidFill>
              <a:latin typeface="Arial"/>
              <a:ea typeface="Arial"/>
              <a:cs typeface="Arial"/>
              <a:sym typeface="Arial"/>
            </a:endParaRPr>
          </a:p>
          <a:p>
            <a:pPr indent="-139700" lvl="0" marL="139700" marR="0" rtl="0" algn="l">
              <a:lnSpc>
                <a:spcPct val="100000"/>
              </a:lnSpc>
              <a:spcBef>
                <a:spcPts val="500"/>
              </a:spcBef>
              <a:spcAft>
                <a:spcPts val="0"/>
              </a:spcAft>
              <a:buClr>
                <a:srgbClr val="000005"/>
              </a:buClr>
              <a:buSzPts val="800"/>
              <a:buFont typeface="Roboto Light"/>
              <a:buChar char="•"/>
            </a:pPr>
            <a:r>
              <a:rPr b="0" i="0" lang="en-AU" sz="800" u="none" cap="none" strike="noStrike">
                <a:solidFill>
                  <a:srgbClr val="000005"/>
                </a:solidFill>
                <a:latin typeface="Roboto Light"/>
                <a:ea typeface="Roboto Light"/>
                <a:cs typeface="Roboto Light"/>
                <a:sym typeface="Roboto Light"/>
              </a:rPr>
              <a:t>All information is de-identified using an irreversible tokenisation process with no ability to</a:t>
            </a:r>
            <a:br>
              <a:rPr b="0" i="0" lang="en-AU" sz="800" u="none" cap="none" strike="noStrike">
                <a:solidFill>
                  <a:srgbClr val="000005"/>
                </a:solidFill>
                <a:latin typeface="Roboto Light"/>
                <a:ea typeface="Roboto Light"/>
                <a:cs typeface="Roboto Light"/>
                <a:sym typeface="Roboto Light"/>
              </a:rPr>
            </a:br>
            <a:r>
              <a:rPr b="0" i="0" lang="en-AU" sz="800" u="none" cap="none" strike="noStrike">
                <a:solidFill>
                  <a:srgbClr val="000005"/>
                </a:solidFill>
                <a:latin typeface="Roboto Light"/>
                <a:ea typeface="Roboto Light"/>
                <a:cs typeface="Roboto Light"/>
                <a:sym typeface="Roboto Light"/>
              </a:rPr>
              <a:t>re-identify individuals.</a:t>
            </a:r>
            <a:endParaRPr b="0" i="0" sz="1100" u="none" cap="none" strike="noStrike">
              <a:solidFill>
                <a:srgbClr val="000000"/>
              </a:solidFill>
              <a:latin typeface="Arial"/>
              <a:ea typeface="Arial"/>
              <a:cs typeface="Arial"/>
              <a:sym typeface="Arial"/>
            </a:endParaRPr>
          </a:p>
        </p:txBody>
      </p:sp>
      <p:sp>
        <p:nvSpPr>
          <p:cNvPr id="30" name="Google Shape;30;p14"/>
          <p:cNvSpPr/>
          <p:nvPr/>
        </p:nvSpPr>
        <p:spPr>
          <a:xfrm>
            <a:off x="2968228" y="1479431"/>
            <a:ext cx="1733400" cy="230700"/>
          </a:xfrm>
          <a:prstGeom prst="rect">
            <a:avLst/>
          </a:prstGeom>
          <a:noFill/>
          <a:ln>
            <a:noFill/>
          </a:ln>
        </p:spPr>
        <p:txBody>
          <a:bodyPr anchorCtr="0" anchor="ctr" bIns="34275" lIns="0" spcFirstLastPara="1" rIns="68575" wrap="square" tIns="34275">
            <a:noAutofit/>
          </a:bodyPr>
          <a:lstStyle/>
          <a:p>
            <a:pPr indent="0" lvl="0" marL="0" marR="0" rtl="0" algn="l">
              <a:lnSpc>
                <a:spcPct val="100000"/>
              </a:lnSpc>
              <a:spcBef>
                <a:spcPts val="0"/>
              </a:spcBef>
              <a:spcAft>
                <a:spcPts val="0"/>
              </a:spcAft>
              <a:buClr>
                <a:srgbClr val="000005"/>
              </a:buClr>
              <a:buSzPts val="1100"/>
              <a:buFont typeface="Roboto Medium"/>
              <a:buNone/>
            </a:pPr>
            <a:r>
              <a:rPr b="0" i="0" lang="en-AU" sz="1100" u="none" cap="none" strike="noStrike">
                <a:solidFill>
                  <a:srgbClr val="000005"/>
                </a:solidFill>
                <a:latin typeface="Roboto Medium"/>
                <a:ea typeface="Roboto Medium"/>
                <a:cs typeface="Roboto Medium"/>
                <a:sym typeface="Roboto Medium"/>
              </a:rPr>
              <a:t>Security</a:t>
            </a:r>
            <a:endParaRPr b="0" i="0" sz="1100" u="none" cap="none" strike="noStrike">
              <a:solidFill>
                <a:srgbClr val="000000"/>
              </a:solidFill>
              <a:latin typeface="Arial"/>
              <a:ea typeface="Arial"/>
              <a:cs typeface="Arial"/>
              <a:sym typeface="Arial"/>
            </a:endParaRPr>
          </a:p>
        </p:txBody>
      </p:sp>
      <p:sp>
        <p:nvSpPr>
          <p:cNvPr id="31" name="Google Shape;31;p14"/>
          <p:cNvSpPr/>
          <p:nvPr/>
        </p:nvSpPr>
        <p:spPr>
          <a:xfrm>
            <a:off x="2968228" y="1690978"/>
            <a:ext cx="1733400" cy="2643000"/>
          </a:xfrm>
          <a:prstGeom prst="rect">
            <a:avLst/>
          </a:prstGeom>
          <a:noFill/>
          <a:ln>
            <a:noFill/>
          </a:ln>
        </p:spPr>
        <p:txBody>
          <a:bodyPr anchorCtr="0" anchor="t" bIns="34275" lIns="0" spcFirstLastPara="1" rIns="68575" wrap="square" tIns="34275">
            <a:noAutofit/>
          </a:bodyPr>
          <a:lstStyle/>
          <a:p>
            <a:pPr indent="-139700" lvl="0" marL="139700" marR="0" rtl="0" algn="l">
              <a:lnSpc>
                <a:spcPct val="100000"/>
              </a:lnSpc>
              <a:spcBef>
                <a:spcPts val="0"/>
              </a:spcBef>
              <a:spcAft>
                <a:spcPts val="0"/>
              </a:spcAft>
              <a:buClr>
                <a:srgbClr val="000005"/>
              </a:buClr>
              <a:buSzPts val="800"/>
              <a:buFont typeface="Roboto Light"/>
              <a:buChar char="•"/>
            </a:pPr>
            <a:r>
              <a:rPr b="0" i="0" lang="en-AU" sz="800" u="none" cap="none" strike="noStrike">
                <a:solidFill>
                  <a:srgbClr val="000005"/>
                </a:solidFill>
                <a:latin typeface="Roboto Light"/>
                <a:ea typeface="Roboto Light"/>
                <a:cs typeface="Roboto Light"/>
                <a:sym typeface="Roboto Light"/>
              </a:rPr>
              <a:t>We are ISO27001 certified - internationally recognised </a:t>
            </a:r>
            <a:br>
              <a:rPr b="0" i="0" lang="en-AU" sz="800" u="none" cap="none" strike="noStrike">
                <a:solidFill>
                  <a:srgbClr val="000005"/>
                </a:solidFill>
                <a:latin typeface="Roboto Light"/>
                <a:ea typeface="Roboto Light"/>
                <a:cs typeface="Roboto Light"/>
                <a:sym typeface="Roboto Light"/>
              </a:rPr>
            </a:br>
            <a:r>
              <a:rPr b="0" i="0" lang="en-AU" sz="800" u="none" cap="none" strike="noStrike">
                <a:solidFill>
                  <a:srgbClr val="000005"/>
                </a:solidFill>
                <a:latin typeface="Roboto Light"/>
                <a:ea typeface="Roboto Light"/>
                <a:cs typeface="Roboto Light"/>
                <a:sym typeface="Roboto Light"/>
              </a:rPr>
              <a:t>for our ability to uphold best practice standards across information security</a:t>
            </a:r>
            <a:endParaRPr b="0" i="0" sz="1100" u="none" cap="none" strike="noStrike">
              <a:solidFill>
                <a:srgbClr val="000000"/>
              </a:solidFill>
              <a:latin typeface="Arial"/>
              <a:ea typeface="Arial"/>
              <a:cs typeface="Arial"/>
              <a:sym typeface="Arial"/>
            </a:endParaRPr>
          </a:p>
          <a:p>
            <a:pPr indent="-139700" lvl="0" marL="139700" marR="0" rtl="0" algn="l">
              <a:lnSpc>
                <a:spcPct val="100000"/>
              </a:lnSpc>
              <a:spcBef>
                <a:spcPts val="500"/>
              </a:spcBef>
              <a:spcAft>
                <a:spcPts val="0"/>
              </a:spcAft>
              <a:buClr>
                <a:srgbClr val="000005"/>
              </a:buClr>
              <a:buSzPts val="800"/>
              <a:buFont typeface="Roboto Light"/>
              <a:buChar char="•"/>
            </a:pPr>
            <a:r>
              <a:rPr b="0" i="0" lang="en-AU" sz="800" u="none" cap="none" strike="noStrike">
                <a:solidFill>
                  <a:srgbClr val="000005"/>
                </a:solidFill>
                <a:latin typeface="Roboto Light"/>
                <a:ea typeface="Roboto Light"/>
                <a:cs typeface="Roboto Light"/>
                <a:sym typeface="Roboto Light"/>
              </a:rPr>
              <a:t>We use ‘bank grade’ security </a:t>
            </a:r>
            <a:br>
              <a:rPr b="0" i="0" lang="en-AU" sz="800" u="none" cap="none" strike="noStrike">
                <a:solidFill>
                  <a:srgbClr val="000005"/>
                </a:solidFill>
                <a:latin typeface="Roboto Light"/>
                <a:ea typeface="Roboto Light"/>
                <a:cs typeface="Roboto Light"/>
                <a:sym typeface="Roboto Light"/>
              </a:rPr>
            </a:br>
            <a:r>
              <a:rPr b="0" i="0" lang="en-AU" sz="800" u="none" cap="none" strike="noStrike">
                <a:solidFill>
                  <a:srgbClr val="000005"/>
                </a:solidFill>
                <a:latin typeface="Roboto Light"/>
                <a:ea typeface="Roboto Light"/>
                <a:cs typeface="Roboto Light"/>
                <a:sym typeface="Roboto Light"/>
              </a:rPr>
              <a:t>to store and process our data</a:t>
            </a:r>
            <a:endParaRPr b="0" i="0" sz="1100" u="none" cap="none" strike="noStrike">
              <a:solidFill>
                <a:srgbClr val="000000"/>
              </a:solidFill>
              <a:latin typeface="Arial"/>
              <a:ea typeface="Arial"/>
              <a:cs typeface="Arial"/>
              <a:sym typeface="Arial"/>
            </a:endParaRPr>
          </a:p>
          <a:p>
            <a:pPr indent="-139700" lvl="0" marL="139700" marR="0" rtl="0" algn="l">
              <a:lnSpc>
                <a:spcPct val="100000"/>
              </a:lnSpc>
              <a:spcBef>
                <a:spcPts val="500"/>
              </a:spcBef>
              <a:spcAft>
                <a:spcPts val="0"/>
              </a:spcAft>
              <a:buClr>
                <a:srgbClr val="000005"/>
              </a:buClr>
              <a:buSzPts val="800"/>
              <a:buFont typeface="Roboto Light"/>
              <a:buChar char="•"/>
            </a:pPr>
            <a:r>
              <a:rPr b="0" i="0" lang="en-AU" sz="800" u="none" cap="none" strike="noStrike">
                <a:solidFill>
                  <a:srgbClr val="000005"/>
                </a:solidFill>
                <a:latin typeface="Roboto Light"/>
                <a:ea typeface="Roboto Light"/>
                <a:cs typeface="Roboto Light"/>
                <a:sym typeface="Roboto Light"/>
              </a:rPr>
              <a:t>Comply with 200+ security requirements from NAB, Woolworths and other </a:t>
            </a:r>
            <a:br>
              <a:rPr b="0" i="0" lang="en-AU" sz="800" u="none" cap="none" strike="noStrike">
                <a:solidFill>
                  <a:srgbClr val="000005"/>
                </a:solidFill>
                <a:latin typeface="Roboto Light"/>
                <a:ea typeface="Roboto Light"/>
                <a:cs typeface="Roboto Light"/>
                <a:sym typeface="Roboto Light"/>
              </a:rPr>
            </a:br>
            <a:r>
              <a:rPr b="0" i="0" lang="en-AU" sz="800" u="none" cap="none" strike="noStrike">
                <a:solidFill>
                  <a:srgbClr val="000005"/>
                </a:solidFill>
                <a:latin typeface="Roboto Light"/>
                <a:ea typeface="Roboto Light"/>
                <a:cs typeface="Roboto Light"/>
                <a:sym typeface="Roboto Light"/>
              </a:rPr>
              <a:t>data partners</a:t>
            </a:r>
            <a:endParaRPr b="0" i="0" sz="1100" u="none" cap="none" strike="noStrike">
              <a:solidFill>
                <a:srgbClr val="000000"/>
              </a:solidFill>
              <a:latin typeface="Arial"/>
              <a:ea typeface="Arial"/>
              <a:cs typeface="Arial"/>
              <a:sym typeface="Arial"/>
            </a:endParaRPr>
          </a:p>
          <a:p>
            <a:pPr indent="-139700" lvl="0" marL="139700" marR="0" rtl="0" algn="l">
              <a:lnSpc>
                <a:spcPct val="100000"/>
              </a:lnSpc>
              <a:spcBef>
                <a:spcPts val="500"/>
              </a:spcBef>
              <a:spcAft>
                <a:spcPts val="0"/>
              </a:spcAft>
              <a:buClr>
                <a:srgbClr val="000005"/>
              </a:buClr>
              <a:buSzPts val="800"/>
              <a:buFont typeface="Roboto Light"/>
              <a:buChar char="•"/>
            </a:pPr>
            <a:r>
              <a:rPr b="0" i="0" lang="en-AU" sz="800" u="none" cap="none" strike="noStrike">
                <a:solidFill>
                  <a:srgbClr val="000005"/>
                </a:solidFill>
                <a:latin typeface="Roboto Light"/>
                <a:ea typeface="Roboto Light"/>
                <a:cs typeface="Roboto Light"/>
                <a:sym typeface="Roboto Light"/>
              </a:rPr>
              <a:t>All partner data is held in separate restricted environments</a:t>
            </a:r>
            <a:endParaRPr b="0" i="0" sz="1100" u="none" cap="none" strike="noStrike">
              <a:solidFill>
                <a:srgbClr val="000000"/>
              </a:solidFill>
              <a:latin typeface="Arial"/>
              <a:ea typeface="Arial"/>
              <a:cs typeface="Arial"/>
              <a:sym typeface="Arial"/>
            </a:endParaRPr>
          </a:p>
          <a:p>
            <a:pPr indent="-139700" lvl="0" marL="139700" marR="0" rtl="0" algn="l">
              <a:lnSpc>
                <a:spcPct val="100000"/>
              </a:lnSpc>
              <a:spcBef>
                <a:spcPts val="500"/>
              </a:spcBef>
              <a:spcAft>
                <a:spcPts val="0"/>
              </a:spcAft>
              <a:buClr>
                <a:srgbClr val="000005"/>
              </a:buClr>
              <a:buSzPts val="800"/>
              <a:buFont typeface="Roboto Light"/>
              <a:buChar char="•"/>
            </a:pPr>
            <a:r>
              <a:rPr b="0" i="0" lang="en-AU" sz="800" u="none" cap="none" strike="noStrike">
                <a:solidFill>
                  <a:srgbClr val="000005"/>
                </a:solidFill>
                <a:latin typeface="Roboto Light"/>
                <a:ea typeface="Roboto Light"/>
                <a:cs typeface="Roboto Light"/>
                <a:sym typeface="Roboto Light"/>
              </a:rPr>
              <a:t>All access to partner data is limited to essential staff only</a:t>
            </a:r>
            <a:endParaRPr b="0" i="0" sz="1100" u="none" cap="none" strike="noStrike">
              <a:solidFill>
                <a:srgbClr val="000000"/>
              </a:solidFill>
              <a:latin typeface="Arial"/>
              <a:ea typeface="Arial"/>
              <a:cs typeface="Arial"/>
              <a:sym typeface="Arial"/>
            </a:endParaRPr>
          </a:p>
          <a:p>
            <a:pPr indent="-139700" lvl="0" marL="139700" marR="0" rtl="0" algn="l">
              <a:lnSpc>
                <a:spcPct val="100000"/>
              </a:lnSpc>
              <a:spcBef>
                <a:spcPts val="500"/>
              </a:spcBef>
              <a:spcAft>
                <a:spcPts val="0"/>
              </a:spcAft>
              <a:buClr>
                <a:srgbClr val="000005"/>
              </a:buClr>
              <a:buSzPts val="800"/>
              <a:buFont typeface="Roboto Light"/>
              <a:buChar char="•"/>
            </a:pPr>
            <a:r>
              <a:rPr b="0" i="0" lang="en-AU" sz="800" u="none" cap="none" strike="noStrike">
                <a:solidFill>
                  <a:srgbClr val="000005"/>
                </a:solidFill>
                <a:latin typeface="Roboto Light"/>
                <a:ea typeface="Roboto Light"/>
                <a:cs typeface="Roboto Light"/>
                <a:sym typeface="Roboto Light"/>
              </a:rPr>
              <a:t>Security environment and processes regularly audited </a:t>
            </a:r>
            <a:br>
              <a:rPr b="0" i="0" lang="en-AU" sz="800" u="none" cap="none" strike="noStrike">
                <a:solidFill>
                  <a:srgbClr val="000005"/>
                </a:solidFill>
                <a:latin typeface="Roboto Light"/>
                <a:ea typeface="Roboto Light"/>
                <a:cs typeface="Roboto Light"/>
                <a:sym typeface="Roboto Light"/>
              </a:rPr>
            </a:br>
            <a:r>
              <a:rPr b="0" i="0" lang="en-AU" sz="800" u="none" cap="none" strike="noStrike">
                <a:solidFill>
                  <a:srgbClr val="000005"/>
                </a:solidFill>
                <a:latin typeface="Roboto Light"/>
                <a:ea typeface="Roboto Light"/>
                <a:cs typeface="Roboto Light"/>
                <a:sym typeface="Roboto Light"/>
              </a:rPr>
              <a:t>by our data partners.</a:t>
            </a:r>
            <a:endParaRPr b="0" i="0" sz="800" u="none" cap="none" strike="noStrike">
              <a:solidFill>
                <a:srgbClr val="000005"/>
              </a:solidFill>
              <a:latin typeface="Roboto Light"/>
              <a:ea typeface="Roboto Light"/>
              <a:cs typeface="Roboto Light"/>
              <a:sym typeface="Roboto Light"/>
            </a:endParaRPr>
          </a:p>
        </p:txBody>
      </p:sp>
      <p:sp>
        <p:nvSpPr>
          <p:cNvPr id="32" name="Google Shape;32;p14"/>
          <p:cNvSpPr/>
          <p:nvPr/>
        </p:nvSpPr>
        <p:spPr>
          <a:xfrm>
            <a:off x="5038725" y="1479431"/>
            <a:ext cx="1733400" cy="230700"/>
          </a:xfrm>
          <a:prstGeom prst="rect">
            <a:avLst/>
          </a:prstGeom>
          <a:noFill/>
          <a:ln>
            <a:noFill/>
          </a:ln>
        </p:spPr>
        <p:txBody>
          <a:bodyPr anchorCtr="0" anchor="ctr" bIns="34275" lIns="0" spcFirstLastPara="1" rIns="68575" wrap="square" tIns="34275">
            <a:noAutofit/>
          </a:bodyPr>
          <a:lstStyle/>
          <a:p>
            <a:pPr indent="0" lvl="0" marL="0" marR="0" rtl="0" algn="l">
              <a:lnSpc>
                <a:spcPct val="100000"/>
              </a:lnSpc>
              <a:spcBef>
                <a:spcPts val="0"/>
              </a:spcBef>
              <a:spcAft>
                <a:spcPts val="0"/>
              </a:spcAft>
              <a:buClr>
                <a:srgbClr val="000005"/>
              </a:buClr>
              <a:buSzPts val="1100"/>
              <a:buFont typeface="Roboto Medium"/>
              <a:buNone/>
            </a:pPr>
            <a:r>
              <a:rPr b="0" i="0" lang="en-AU" sz="1100" u="none" cap="none" strike="noStrike">
                <a:solidFill>
                  <a:srgbClr val="000005"/>
                </a:solidFill>
                <a:latin typeface="Roboto Medium"/>
                <a:ea typeface="Roboto Medium"/>
                <a:cs typeface="Roboto Medium"/>
                <a:sym typeface="Roboto Medium"/>
              </a:rPr>
              <a:t>Ethical use of data</a:t>
            </a:r>
            <a:endParaRPr b="0" i="0" sz="1100" u="none" cap="none" strike="noStrike">
              <a:solidFill>
                <a:srgbClr val="000000"/>
              </a:solidFill>
              <a:latin typeface="Arial"/>
              <a:ea typeface="Arial"/>
              <a:cs typeface="Arial"/>
              <a:sym typeface="Arial"/>
            </a:endParaRPr>
          </a:p>
        </p:txBody>
      </p:sp>
      <p:sp>
        <p:nvSpPr>
          <p:cNvPr id="33" name="Google Shape;33;p14"/>
          <p:cNvSpPr/>
          <p:nvPr/>
        </p:nvSpPr>
        <p:spPr>
          <a:xfrm>
            <a:off x="5038725" y="1690978"/>
            <a:ext cx="1594500" cy="704100"/>
          </a:xfrm>
          <a:prstGeom prst="rect">
            <a:avLst/>
          </a:prstGeom>
          <a:noFill/>
          <a:ln>
            <a:noFill/>
          </a:ln>
        </p:spPr>
        <p:txBody>
          <a:bodyPr anchorCtr="0" anchor="t" bIns="34275" lIns="0" spcFirstLastPara="1" rIns="68575" wrap="square" tIns="34275">
            <a:noAutofit/>
          </a:bodyPr>
          <a:lstStyle/>
          <a:p>
            <a:pPr indent="0" lvl="0" marL="0" marR="0" rtl="0" algn="l">
              <a:lnSpc>
                <a:spcPct val="100000"/>
              </a:lnSpc>
              <a:spcBef>
                <a:spcPts val="0"/>
              </a:spcBef>
              <a:spcAft>
                <a:spcPts val="0"/>
              </a:spcAft>
              <a:buClr>
                <a:srgbClr val="000005"/>
              </a:buClr>
              <a:buSzPts val="800"/>
              <a:buFont typeface="Roboto Light"/>
              <a:buNone/>
            </a:pPr>
            <a:r>
              <a:rPr b="0" i="0" lang="en-AU" sz="800" u="none" cap="none" strike="noStrike">
                <a:solidFill>
                  <a:srgbClr val="000005"/>
                </a:solidFill>
                <a:latin typeface="Roboto Light"/>
                <a:ea typeface="Roboto Light"/>
                <a:cs typeface="Roboto Light"/>
                <a:sym typeface="Roboto Light"/>
              </a:rPr>
              <a:t>Applies to all facets of our work, from the initiatives we take on, the information we use and how our solutions impact individuals, organisations and society.</a:t>
            </a:r>
            <a:endParaRPr b="0" i="0" sz="1100" u="none" cap="none" strike="noStrike">
              <a:solidFill>
                <a:srgbClr val="000000"/>
              </a:solidFill>
              <a:latin typeface="Arial"/>
              <a:ea typeface="Arial"/>
              <a:cs typeface="Arial"/>
              <a:sym typeface="Arial"/>
            </a:endParaRPr>
          </a:p>
        </p:txBody>
      </p:sp>
      <p:grpSp>
        <p:nvGrpSpPr>
          <p:cNvPr id="34" name="Google Shape;34;p14"/>
          <p:cNvGrpSpPr/>
          <p:nvPr/>
        </p:nvGrpSpPr>
        <p:grpSpPr>
          <a:xfrm>
            <a:off x="2799662" y="1491119"/>
            <a:ext cx="2070497" cy="2843373"/>
            <a:chOff x="3732882" y="1987964"/>
            <a:chExt cx="2760663" cy="3850200"/>
          </a:xfrm>
        </p:grpSpPr>
        <p:cxnSp>
          <p:nvCxnSpPr>
            <p:cNvPr id="35" name="Google Shape;35;p14"/>
            <p:cNvCxnSpPr/>
            <p:nvPr/>
          </p:nvCxnSpPr>
          <p:spPr>
            <a:xfrm>
              <a:off x="3732882" y="1987964"/>
              <a:ext cx="0" cy="3850200"/>
            </a:xfrm>
            <a:prstGeom prst="straightConnector1">
              <a:avLst/>
            </a:prstGeom>
            <a:noFill/>
            <a:ln cap="flat" cmpd="sng" w="9525">
              <a:solidFill>
                <a:srgbClr val="BCB5AC"/>
              </a:solidFill>
              <a:prstDash val="solid"/>
              <a:miter lim="80"/>
              <a:headEnd len="sm" w="sm" type="none"/>
              <a:tailEnd len="sm" w="sm" type="none"/>
            </a:ln>
          </p:spPr>
        </p:cxnSp>
        <p:cxnSp>
          <p:nvCxnSpPr>
            <p:cNvPr id="36" name="Google Shape;36;p14"/>
            <p:cNvCxnSpPr/>
            <p:nvPr/>
          </p:nvCxnSpPr>
          <p:spPr>
            <a:xfrm>
              <a:off x="6493545" y="1987964"/>
              <a:ext cx="0" cy="3850200"/>
            </a:xfrm>
            <a:prstGeom prst="straightConnector1">
              <a:avLst/>
            </a:prstGeom>
            <a:noFill/>
            <a:ln cap="flat" cmpd="sng" w="9525">
              <a:solidFill>
                <a:srgbClr val="BCB5AC"/>
              </a:solidFill>
              <a:prstDash val="solid"/>
              <a:miter lim="80"/>
              <a:headEnd len="sm" w="sm" type="none"/>
              <a:tailEnd len="sm" w="sm" type="none"/>
            </a:ln>
          </p:spPr>
        </p:cxn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ing blank">
  <p:cSld name="Heading blank">
    <p:spTree>
      <p:nvGrpSpPr>
        <p:cNvPr id="37" name="Shape 37"/>
        <p:cNvGrpSpPr/>
        <p:nvPr/>
      </p:nvGrpSpPr>
      <p:grpSpPr>
        <a:xfrm>
          <a:off x="0" y="0"/>
          <a:ext cx="0" cy="0"/>
          <a:chOff x="0" y="0"/>
          <a:chExt cx="0" cy="0"/>
        </a:xfrm>
      </p:grpSpPr>
      <p:sp>
        <p:nvSpPr>
          <p:cNvPr id="38" name="Google Shape;38;p15"/>
          <p:cNvSpPr txBox="1"/>
          <p:nvPr>
            <p:ph idx="1" type="body"/>
          </p:nvPr>
        </p:nvSpPr>
        <p:spPr>
          <a:xfrm>
            <a:off x="897731" y="340028"/>
            <a:ext cx="7859700" cy="618300"/>
          </a:xfrm>
          <a:prstGeom prst="rect">
            <a:avLst/>
          </a:prstGeom>
          <a:noFill/>
          <a:ln>
            <a:noFill/>
          </a:ln>
        </p:spPr>
        <p:txBody>
          <a:bodyPr anchorCtr="0" anchor="t" bIns="34275" lIns="0" spcFirstLastPara="1" rIns="68575" wrap="square" tIns="0">
            <a:normAutofit/>
          </a:bodyPr>
          <a:lstStyle>
            <a:lvl1pPr indent="-228600" lvl="0" marL="457200" marR="0" algn="l">
              <a:lnSpc>
                <a:spcPct val="100000"/>
              </a:lnSpc>
              <a:spcBef>
                <a:spcPts val="800"/>
              </a:spcBef>
              <a:spcAft>
                <a:spcPts val="0"/>
              </a:spcAft>
              <a:buClr>
                <a:srgbClr val="000005"/>
              </a:buClr>
              <a:buSzPts val="1800"/>
              <a:buFont typeface="Arial"/>
              <a:buNone/>
              <a:defRPr b="0" i="0" sz="1800" u="none" cap="none" strike="noStrike">
                <a:solidFill>
                  <a:srgbClr val="000005"/>
                </a:solidFill>
                <a:latin typeface="Roboto"/>
                <a:ea typeface="Roboto"/>
                <a:cs typeface="Roboto"/>
                <a:sym typeface="Roboto"/>
              </a:defRPr>
            </a:lvl1pPr>
            <a:lvl2pPr indent="-228600" lvl="1" marL="914400" marR="0" algn="l">
              <a:lnSpc>
                <a:spcPct val="90000"/>
              </a:lnSpc>
              <a:spcBef>
                <a:spcPts val="1200"/>
              </a:spcBef>
              <a:spcAft>
                <a:spcPts val="0"/>
              </a:spcAft>
              <a:buClr>
                <a:schemeClr val="dk1"/>
              </a:buClr>
              <a:buSzPts val="1800"/>
              <a:buFont typeface="Arial"/>
              <a:buNone/>
              <a:defRPr b="0" i="0" sz="1800" u="none" cap="none" strike="noStrike">
                <a:solidFill>
                  <a:schemeClr val="dk1"/>
                </a:solidFill>
                <a:latin typeface="Roboto Light"/>
                <a:ea typeface="Roboto Light"/>
                <a:cs typeface="Roboto Light"/>
                <a:sym typeface="Roboto Light"/>
              </a:defRPr>
            </a:lvl2pPr>
            <a:lvl3pPr indent="-228600" lvl="2" marL="1371600" marR="0" algn="l">
              <a:lnSpc>
                <a:spcPct val="90000"/>
              </a:lnSpc>
              <a:spcBef>
                <a:spcPts val="1200"/>
              </a:spcBef>
              <a:spcAft>
                <a:spcPts val="0"/>
              </a:spcAft>
              <a:buClr>
                <a:schemeClr val="dk1"/>
              </a:buClr>
              <a:buSzPts val="1800"/>
              <a:buFont typeface="Arial"/>
              <a:buNone/>
              <a:defRPr b="0" i="0" sz="1800" u="none" cap="none" strike="noStrike">
                <a:solidFill>
                  <a:schemeClr val="dk1"/>
                </a:solidFill>
                <a:latin typeface="Roboto Light"/>
                <a:ea typeface="Roboto Light"/>
                <a:cs typeface="Roboto Light"/>
                <a:sym typeface="Roboto Light"/>
              </a:defRPr>
            </a:lvl3pPr>
            <a:lvl4pPr indent="-228600" lvl="3" marL="1828800" marR="0" algn="l">
              <a:lnSpc>
                <a:spcPct val="90000"/>
              </a:lnSpc>
              <a:spcBef>
                <a:spcPts val="1200"/>
              </a:spcBef>
              <a:spcAft>
                <a:spcPts val="0"/>
              </a:spcAft>
              <a:buClr>
                <a:schemeClr val="dk1"/>
              </a:buClr>
              <a:buSzPts val="1800"/>
              <a:buFont typeface="Arial"/>
              <a:buNone/>
              <a:defRPr b="0" i="0" sz="1800" u="none" cap="none" strike="noStrike">
                <a:solidFill>
                  <a:schemeClr val="dk1"/>
                </a:solidFill>
                <a:latin typeface="Roboto Light"/>
                <a:ea typeface="Roboto Light"/>
                <a:cs typeface="Roboto Light"/>
                <a:sym typeface="Roboto Light"/>
              </a:defRPr>
            </a:lvl4pPr>
            <a:lvl5pPr indent="-228600" lvl="4" marL="2286000" marR="0" algn="l">
              <a:lnSpc>
                <a:spcPct val="90000"/>
              </a:lnSpc>
              <a:spcBef>
                <a:spcPts val="1200"/>
              </a:spcBef>
              <a:spcAft>
                <a:spcPts val="0"/>
              </a:spcAft>
              <a:buClr>
                <a:schemeClr val="dk1"/>
              </a:buClr>
              <a:buSzPts val="1800"/>
              <a:buFont typeface="Arial"/>
              <a:buNone/>
              <a:defRPr b="0" i="0" sz="1800" u="none" cap="none" strike="noStrike">
                <a:solidFill>
                  <a:schemeClr val="dk1"/>
                </a:solidFill>
                <a:latin typeface="Roboto Light"/>
                <a:ea typeface="Roboto Light"/>
                <a:cs typeface="Roboto Light"/>
                <a:sym typeface="Roboto Light"/>
              </a:defRPr>
            </a:lvl5pPr>
            <a:lvl6pPr indent="-317500" lvl="5" marL="2743200" marR="0" algn="l">
              <a:lnSpc>
                <a:spcPct val="90000"/>
              </a:lnSpc>
              <a:spcBef>
                <a:spcPts val="1200"/>
              </a:spcBef>
              <a:spcAft>
                <a:spcPts val="0"/>
              </a:spcAft>
              <a:buClr>
                <a:schemeClr val="dk1"/>
              </a:buClr>
              <a:buSzPts val="1400"/>
              <a:buFont typeface="Arial"/>
              <a:buChar char="•"/>
              <a:defRPr b="0" i="0" sz="1400" u="none" cap="none" strike="noStrike">
                <a:solidFill>
                  <a:schemeClr val="dk1"/>
                </a:solidFill>
                <a:latin typeface="Roboto Light"/>
                <a:ea typeface="Roboto Light"/>
                <a:cs typeface="Roboto Light"/>
                <a:sym typeface="Roboto Light"/>
              </a:defRPr>
            </a:lvl6pPr>
            <a:lvl7pPr indent="-317500" lvl="6" marL="3200400" marR="0" algn="l">
              <a:lnSpc>
                <a:spcPct val="90000"/>
              </a:lnSpc>
              <a:spcBef>
                <a:spcPts val="1200"/>
              </a:spcBef>
              <a:spcAft>
                <a:spcPts val="0"/>
              </a:spcAft>
              <a:buClr>
                <a:schemeClr val="dk1"/>
              </a:buClr>
              <a:buSzPts val="1400"/>
              <a:buFont typeface="Arial"/>
              <a:buChar char="•"/>
              <a:defRPr b="0" i="0" sz="1400" u="none" cap="none" strike="noStrike">
                <a:solidFill>
                  <a:schemeClr val="dk1"/>
                </a:solidFill>
                <a:latin typeface="Roboto Light"/>
                <a:ea typeface="Roboto Light"/>
                <a:cs typeface="Roboto Light"/>
                <a:sym typeface="Roboto Light"/>
              </a:defRPr>
            </a:lvl7pPr>
            <a:lvl8pPr indent="-317500" lvl="7" marL="3657600" marR="0" algn="l">
              <a:lnSpc>
                <a:spcPct val="90000"/>
              </a:lnSpc>
              <a:spcBef>
                <a:spcPts val="1200"/>
              </a:spcBef>
              <a:spcAft>
                <a:spcPts val="0"/>
              </a:spcAft>
              <a:buClr>
                <a:schemeClr val="dk1"/>
              </a:buClr>
              <a:buSzPts val="1400"/>
              <a:buFont typeface="Arial"/>
              <a:buChar char="•"/>
              <a:defRPr b="0" i="0" sz="1400" u="none" cap="none" strike="noStrike">
                <a:solidFill>
                  <a:schemeClr val="dk1"/>
                </a:solidFill>
                <a:latin typeface="Roboto Light"/>
                <a:ea typeface="Roboto Light"/>
                <a:cs typeface="Roboto Light"/>
                <a:sym typeface="Roboto Light"/>
              </a:defRPr>
            </a:lvl8pPr>
            <a:lvl9pPr indent="-317500" lvl="8" marL="4114800" marR="0" algn="l">
              <a:lnSpc>
                <a:spcPct val="90000"/>
              </a:lnSpc>
              <a:spcBef>
                <a:spcPts val="1200"/>
              </a:spcBef>
              <a:spcAft>
                <a:spcPts val="1200"/>
              </a:spcAft>
              <a:buClr>
                <a:schemeClr val="dk1"/>
              </a:buClr>
              <a:buSzPts val="1400"/>
              <a:buFont typeface="Arial"/>
              <a:buChar char="•"/>
              <a:defRPr b="0" i="0" sz="1400" u="none" cap="none" strike="noStrike">
                <a:solidFill>
                  <a:schemeClr val="dk1"/>
                </a:solidFill>
                <a:latin typeface="Roboto Light"/>
                <a:ea typeface="Roboto Light"/>
                <a:cs typeface="Roboto Light"/>
                <a:sym typeface="Roboto Light"/>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Divider (plain)">
  <p:cSld name="Agenda Divider (plain)">
    <p:spTree>
      <p:nvGrpSpPr>
        <p:cNvPr id="39" name="Shape 39"/>
        <p:cNvGrpSpPr/>
        <p:nvPr/>
      </p:nvGrpSpPr>
      <p:grpSpPr>
        <a:xfrm>
          <a:off x="0" y="0"/>
          <a:ext cx="0" cy="0"/>
          <a:chOff x="0" y="0"/>
          <a:chExt cx="0" cy="0"/>
        </a:xfrm>
      </p:grpSpPr>
      <p:sp>
        <p:nvSpPr>
          <p:cNvPr id="40" name="Google Shape;40;p16"/>
          <p:cNvSpPr/>
          <p:nvPr/>
        </p:nvSpPr>
        <p:spPr>
          <a:xfrm>
            <a:off x="555426" y="0"/>
            <a:ext cx="8588400" cy="1850100"/>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Roboto Light"/>
              <a:ea typeface="Roboto Light"/>
              <a:cs typeface="Roboto Light"/>
              <a:sym typeface="Roboto Light"/>
            </a:endParaRPr>
          </a:p>
        </p:txBody>
      </p:sp>
      <p:sp>
        <p:nvSpPr>
          <p:cNvPr id="41" name="Google Shape;41;p16"/>
          <p:cNvSpPr txBox="1"/>
          <p:nvPr>
            <p:ph type="title"/>
          </p:nvPr>
        </p:nvSpPr>
        <p:spPr>
          <a:xfrm>
            <a:off x="871538" y="300038"/>
            <a:ext cx="1728900" cy="728700"/>
          </a:xfrm>
          <a:prstGeom prst="rect">
            <a:avLst/>
          </a:prstGeom>
          <a:noFill/>
          <a:ln>
            <a:noFill/>
          </a:ln>
        </p:spPr>
        <p:txBody>
          <a:bodyPr anchorCtr="0" anchor="t" bIns="0" lIns="0" spcFirstLastPara="1" rIns="0" wrap="square" tIns="0">
            <a:noAutofit/>
          </a:bodyPr>
          <a:lstStyle>
            <a:lvl1pPr lvl="0" marR="0" algn="l">
              <a:lnSpc>
                <a:spcPct val="90000"/>
              </a:lnSpc>
              <a:spcBef>
                <a:spcPts val="0"/>
              </a:spcBef>
              <a:spcAft>
                <a:spcPts val="0"/>
              </a:spcAft>
              <a:buClr>
                <a:srgbClr val="000005"/>
              </a:buClr>
              <a:buSzPts val="6200"/>
              <a:buFont typeface="Roboto Light"/>
              <a:buNone/>
              <a:defRPr b="0" i="0" sz="6200" u="none" cap="none" strike="noStrike">
                <a:solidFill>
                  <a:srgbClr val="000005"/>
                </a:solidFill>
                <a:latin typeface="Roboto Light"/>
                <a:ea typeface="Roboto Light"/>
                <a:cs typeface="Roboto Light"/>
                <a:sym typeface="Roboto Light"/>
              </a:defRPr>
            </a:lvl1pPr>
            <a:lvl2pPr lvl="1" algn="l">
              <a:lnSpc>
                <a:spcPct val="100000"/>
              </a:lnSpc>
              <a:spcBef>
                <a:spcPts val="0"/>
              </a:spcBef>
              <a:spcAft>
                <a:spcPts val="0"/>
              </a:spcAft>
              <a:buSzPts val="3000"/>
              <a:buNone/>
              <a:defRPr sz="1400"/>
            </a:lvl2pPr>
            <a:lvl3pPr lvl="2" algn="l">
              <a:lnSpc>
                <a:spcPct val="100000"/>
              </a:lnSpc>
              <a:spcBef>
                <a:spcPts val="0"/>
              </a:spcBef>
              <a:spcAft>
                <a:spcPts val="0"/>
              </a:spcAft>
              <a:buSzPts val="3000"/>
              <a:buNone/>
              <a:defRPr sz="1400"/>
            </a:lvl3pPr>
            <a:lvl4pPr lvl="3" algn="l">
              <a:lnSpc>
                <a:spcPct val="100000"/>
              </a:lnSpc>
              <a:spcBef>
                <a:spcPts val="0"/>
              </a:spcBef>
              <a:spcAft>
                <a:spcPts val="0"/>
              </a:spcAft>
              <a:buSzPts val="3000"/>
              <a:buNone/>
              <a:defRPr sz="1400"/>
            </a:lvl4pPr>
            <a:lvl5pPr lvl="4" algn="l">
              <a:lnSpc>
                <a:spcPct val="100000"/>
              </a:lnSpc>
              <a:spcBef>
                <a:spcPts val="0"/>
              </a:spcBef>
              <a:spcAft>
                <a:spcPts val="0"/>
              </a:spcAft>
              <a:buSzPts val="3000"/>
              <a:buNone/>
              <a:defRPr sz="1400"/>
            </a:lvl5pPr>
            <a:lvl6pPr lvl="5" algn="l">
              <a:lnSpc>
                <a:spcPct val="100000"/>
              </a:lnSpc>
              <a:spcBef>
                <a:spcPts val="0"/>
              </a:spcBef>
              <a:spcAft>
                <a:spcPts val="0"/>
              </a:spcAft>
              <a:buSzPts val="3000"/>
              <a:buNone/>
              <a:defRPr sz="1400"/>
            </a:lvl6pPr>
            <a:lvl7pPr lvl="6" algn="l">
              <a:lnSpc>
                <a:spcPct val="100000"/>
              </a:lnSpc>
              <a:spcBef>
                <a:spcPts val="0"/>
              </a:spcBef>
              <a:spcAft>
                <a:spcPts val="0"/>
              </a:spcAft>
              <a:buSzPts val="3000"/>
              <a:buNone/>
              <a:defRPr sz="1400"/>
            </a:lvl7pPr>
            <a:lvl8pPr lvl="7" algn="l">
              <a:lnSpc>
                <a:spcPct val="100000"/>
              </a:lnSpc>
              <a:spcBef>
                <a:spcPts val="0"/>
              </a:spcBef>
              <a:spcAft>
                <a:spcPts val="0"/>
              </a:spcAft>
              <a:buSzPts val="3000"/>
              <a:buNone/>
              <a:defRPr sz="1400"/>
            </a:lvl8pPr>
            <a:lvl9pPr lvl="8" algn="l">
              <a:lnSpc>
                <a:spcPct val="100000"/>
              </a:lnSpc>
              <a:spcBef>
                <a:spcPts val="0"/>
              </a:spcBef>
              <a:spcAft>
                <a:spcPts val="0"/>
              </a:spcAft>
              <a:buSzPts val="3000"/>
              <a:buNone/>
              <a:defRPr sz="1400"/>
            </a:lvl9pPr>
          </a:lstStyle>
          <a:p/>
        </p:txBody>
      </p:sp>
      <p:sp>
        <p:nvSpPr>
          <p:cNvPr id="42" name="Google Shape;42;p16"/>
          <p:cNvSpPr txBox="1"/>
          <p:nvPr>
            <p:ph idx="1" type="body"/>
          </p:nvPr>
        </p:nvSpPr>
        <p:spPr>
          <a:xfrm>
            <a:off x="901304" y="2341959"/>
            <a:ext cx="4137600" cy="1887000"/>
          </a:xfrm>
          <a:prstGeom prst="rect">
            <a:avLst/>
          </a:prstGeom>
          <a:noFill/>
          <a:ln>
            <a:noFill/>
          </a:ln>
        </p:spPr>
        <p:txBody>
          <a:bodyPr anchorCtr="0" anchor="t" bIns="34275" lIns="0" spcFirstLastPara="1" rIns="68575" wrap="square" tIns="0">
            <a:noAutofit/>
          </a:bodyPr>
          <a:lstStyle>
            <a:lvl1pPr indent="-228600" lvl="0" marL="457200" marR="0" algn="l">
              <a:lnSpc>
                <a:spcPct val="100000"/>
              </a:lnSpc>
              <a:spcBef>
                <a:spcPts val="800"/>
              </a:spcBef>
              <a:spcAft>
                <a:spcPts val="0"/>
              </a:spcAft>
              <a:buClr>
                <a:srgbClr val="000005"/>
              </a:buClr>
              <a:buSzPts val="1800"/>
              <a:buFont typeface="Arial"/>
              <a:buNone/>
              <a:defRPr b="0" i="0" sz="1800" u="none" cap="none" strike="noStrike">
                <a:solidFill>
                  <a:srgbClr val="000005"/>
                </a:solidFill>
                <a:latin typeface="Roboto Medium"/>
                <a:ea typeface="Roboto Medium"/>
                <a:cs typeface="Roboto Medium"/>
                <a:sym typeface="Roboto Medium"/>
              </a:defRPr>
            </a:lvl1pPr>
            <a:lvl2pPr indent="-228600" lvl="1" marL="914400" marR="0" algn="l">
              <a:lnSpc>
                <a:spcPct val="90000"/>
              </a:lnSpc>
              <a:spcBef>
                <a:spcPts val="1200"/>
              </a:spcBef>
              <a:spcAft>
                <a:spcPts val="0"/>
              </a:spcAft>
              <a:buClr>
                <a:srgbClr val="888888"/>
              </a:buClr>
              <a:buSzPts val="1500"/>
              <a:buFont typeface="Arial"/>
              <a:buNone/>
              <a:defRPr b="0" i="0" sz="1500" u="none" cap="none" strike="noStrike">
                <a:solidFill>
                  <a:srgbClr val="888888"/>
                </a:solidFill>
                <a:latin typeface="Roboto"/>
                <a:ea typeface="Roboto"/>
                <a:cs typeface="Roboto"/>
                <a:sym typeface="Roboto"/>
              </a:defRPr>
            </a:lvl2pPr>
            <a:lvl3pPr indent="-228600" lvl="2" marL="1371600" marR="0" algn="l">
              <a:lnSpc>
                <a:spcPct val="90000"/>
              </a:lnSpc>
              <a:spcBef>
                <a:spcPts val="1200"/>
              </a:spcBef>
              <a:spcAft>
                <a:spcPts val="0"/>
              </a:spcAft>
              <a:buClr>
                <a:srgbClr val="888888"/>
              </a:buClr>
              <a:buSzPts val="1400"/>
              <a:buFont typeface="Arial"/>
              <a:buNone/>
              <a:defRPr b="0" i="0" sz="1400" u="none" cap="none" strike="noStrike">
                <a:solidFill>
                  <a:srgbClr val="888888"/>
                </a:solidFill>
                <a:latin typeface="Roboto"/>
                <a:ea typeface="Roboto"/>
                <a:cs typeface="Roboto"/>
                <a:sym typeface="Roboto"/>
              </a:defRPr>
            </a:lvl3pPr>
            <a:lvl4pPr indent="-228600" lvl="3" marL="1828800" marR="0" algn="l">
              <a:lnSpc>
                <a:spcPct val="90000"/>
              </a:lnSpc>
              <a:spcBef>
                <a:spcPts val="1200"/>
              </a:spcBef>
              <a:spcAft>
                <a:spcPts val="0"/>
              </a:spcAft>
              <a:buClr>
                <a:srgbClr val="888888"/>
              </a:buClr>
              <a:buSzPts val="1200"/>
              <a:buFont typeface="Arial"/>
              <a:buNone/>
              <a:defRPr b="0" i="0" sz="1200" u="none" cap="none" strike="noStrike">
                <a:solidFill>
                  <a:srgbClr val="888888"/>
                </a:solidFill>
                <a:latin typeface="Roboto"/>
                <a:ea typeface="Roboto"/>
                <a:cs typeface="Roboto"/>
                <a:sym typeface="Roboto"/>
              </a:defRPr>
            </a:lvl4pPr>
            <a:lvl5pPr indent="-228600" lvl="4" marL="2286000" marR="0" algn="l">
              <a:lnSpc>
                <a:spcPct val="90000"/>
              </a:lnSpc>
              <a:spcBef>
                <a:spcPts val="1200"/>
              </a:spcBef>
              <a:spcAft>
                <a:spcPts val="0"/>
              </a:spcAft>
              <a:buClr>
                <a:srgbClr val="888888"/>
              </a:buClr>
              <a:buSzPts val="1200"/>
              <a:buFont typeface="Arial"/>
              <a:buNone/>
              <a:defRPr b="0" i="0" sz="1200" u="none" cap="none" strike="noStrike">
                <a:solidFill>
                  <a:srgbClr val="888888"/>
                </a:solidFill>
                <a:latin typeface="Roboto"/>
                <a:ea typeface="Roboto"/>
                <a:cs typeface="Roboto"/>
                <a:sym typeface="Roboto"/>
              </a:defRPr>
            </a:lvl5pPr>
            <a:lvl6pPr indent="-228600" lvl="5" marL="2743200" marR="0" algn="l">
              <a:lnSpc>
                <a:spcPct val="90000"/>
              </a:lnSpc>
              <a:spcBef>
                <a:spcPts val="1200"/>
              </a:spcBef>
              <a:spcAft>
                <a:spcPts val="0"/>
              </a:spcAft>
              <a:buClr>
                <a:srgbClr val="888888"/>
              </a:buClr>
              <a:buSzPts val="1200"/>
              <a:buFont typeface="Arial"/>
              <a:buNone/>
              <a:defRPr b="0" i="0" sz="1200" u="none" cap="none" strike="noStrike">
                <a:solidFill>
                  <a:srgbClr val="888888"/>
                </a:solidFill>
                <a:latin typeface="Roboto Light"/>
                <a:ea typeface="Roboto Light"/>
                <a:cs typeface="Roboto Light"/>
                <a:sym typeface="Roboto Light"/>
              </a:defRPr>
            </a:lvl6pPr>
            <a:lvl7pPr indent="-228600" lvl="6" marL="3200400" marR="0" algn="l">
              <a:lnSpc>
                <a:spcPct val="90000"/>
              </a:lnSpc>
              <a:spcBef>
                <a:spcPts val="1200"/>
              </a:spcBef>
              <a:spcAft>
                <a:spcPts val="0"/>
              </a:spcAft>
              <a:buClr>
                <a:srgbClr val="888888"/>
              </a:buClr>
              <a:buSzPts val="1200"/>
              <a:buFont typeface="Arial"/>
              <a:buNone/>
              <a:defRPr b="0" i="0" sz="1200" u="none" cap="none" strike="noStrike">
                <a:solidFill>
                  <a:srgbClr val="888888"/>
                </a:solidFill>
                <a:latin typeface="Roboto Light"/>
                <a:ea typeface="Roboto Light"/>
                <a:cs typeface="Roboto Light"/>
                <a:sym typeface="Roboto Light"/>
              </a:defRPr>
            </a:lvl7pPr>
            <a:lvl8pPr indent="-228600" lvl="7" marL="3657600" marR="0" algn="l">
              <a:lnSpc>
                <a:spcPct val="90000"/>
              </a:lnSpc>
              <a:spcBef>
                <a:spcPts val="1200"/>
              </a:spcBef>
              <a:spcAft>
                <a:spcPts val="0"/>
              </a:spcAft>
              <a:buClr>
                <a:srgbClr val="888888"/>
              </a:buClr>
              <a:buSzPts val="1200"/>
              <a:buFont typeface="Arial"/>
              <a:buNone/>
              <a:defRPr b="0" i="0" sz="1200" u="none" cap="none" strike="noStrike">
                <a:solidFill>
                  <a:srgbClr val="888888"/>
                </a:solidFill>
                <a:latin typeface="Roboto Light"/>
                <a:ea typeface="Roboto Light"/>
                <a:cs typeface="Roboto Light"/>
                <a:sym typeface="Roboto Light"/>
              </a:defRPr>
            </a:lvl8pPr>
            <a:lvl9pPr indent="-228600" lvl="8" marL="4114800" marR="0" algn="l">
              <a:lnSpc>
                <a:spcPct val="90000"/>
              </a:lnSpc>
              <a:spcBef>
                <a:spcPts val="1200"/>
              </a:spcBef>
              <a:spcAft>
                <a:spcPts val="1200"/>
              </a:spcAft>
              <a:buClr>
                <a:srgbClr val="888888"/>
              </a:buClr>
              <a:buSzPts val="1200"/>
              <a:buFont typeface="Arial"/>
              <a:buNone/>
              <a:defRPr b="0" i="0" sz="1200" u="none" cap="none" strike="noStrike">
                <a:solidFill>
                  <a:srgbClr val="888888"/>
                </a:solidFill>
                <a:latin typeface="Roboto Light"/>
                <a:ea typeface="Roboto Light"/>
                <a:cs typeface="Roboto Light"/>
                <a:sym typeface="Roboto Light"/>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claimer">
  <p:cSld name="Disclaimer">
    <p:spTree>
      <p:nvGrpSpPr>
        <p:cNvPr id="43" name="Shape 43"/>
        <p:cNvGrpSpPr/>
        <p:nvPr/>
      </p:nvGrpSpPr>
      <p:grpSpPr>
        <a:xfrm>
          <a:off x="0" y="0"/>
          <a:ext cx="0" cy="0"/>
          <a:chOff x="0" y="0"/>
          <a:chExt cx="0" cy="0"/>
        </a:xfrm>
      </p:grpSpPr>
      <p:sp>
        <p:nvSpPr>
          <p:cNvPr id="44" name="Google Shape;44;p17"/>
          <p:cNvSpPr/>
          <p:nvPr/>
        </p:nvSpPr>
        <p:spPr>
          <a:xfrm>
            <a:off x="133350" y="4667250"/>
            <a:ext cx="252600" cy="225000"/>
          </a:xfrm>
          <a:prstGeom prst="rect">
            <a:avLst/>
          </a:prstGeom>
          <a:solidFill>
            <a:srgbClr val="00000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Roboto Light"/>
              <a:ea typeface="Roboto Light"/>
              <a:cs typeface="Roboto Light"/>
              <a:sym typeface="Roboto Light"/>
            </a:endParaRPr>
          </a:p>
        </p:txBody>
      </p:sp>
      <p:sp>
        <p:nvSpPr>
          <p:cNvPr id="45" name="Google Shape;45;p17"/>
          <p:cNvSpPr/>
          <p:nvPr/>
        </p:nvSpPr>
        <p:spPr>
          <a:xfrm>
            <a:off x="2723745" y="3594371"/>
            <a:ext cx="6034500" cy="1297800"/>
          </a:xfrm>
          <a:prstGeom prst="rect">
            <a:avLst/>
          </a:prstGeom>
          <a:noFill/>
          <a:ln>
            <a:noFill/>
          </a:ln>
        </p:spPr>
        <p:txBody>
          <a:bodyPr anchorCtr="0" anchor="b" bIns="34275" lIns="0" spcFirstLastPara="1" rIns="68575" wrap="square" tIns="34275">
            <a:noAutofit/>
          </a:bodyPr>
          <a:lstStyle/>
          <a:p>
            <a:pPr indent="0" lvl="0" marL="0" marR="0" rtl="0" algn="just">
              <a:lnSpc>
                <a:spcPct val="100000"/>
              </a:lnSpc>
              <a:spcBef>
                <a:spcPts val="0"/>
              </a:spcBef>
              <a:spcAft>
                <a:spcPts val="0"/>
              </a:spcAft>
              <a:buClr>
                <a:srgbClr val="000000"/>
              </a:buClr>
              <a:buSzPts val="800"/>
              <a:buFont typeface="Arial"/>
              <a:buNone/>
            </a:pPr>
            <a:r>
              <a:rPr b="0" i="0" lang="en-AU" sz="800" u="none" cap="none" strike="noStrike">
                <a:solidFill>
                  <a:srgbClr val="736D67"/>
                </a:solidFill>
                <a:latin typeface="Roboto Medium"/>
                <a:ea typeface="Roboto Medium"/>
                <a:cs typeface="Roboto Medium"/>
                <a:sym typeface="Roboto Medium"/>
              </a:rPr>
              <a:t>Disclaimer: </a:t>
            </a:r>
            <a:r>
              <a:rPr b="0" i="0" lang="en-AU" sz="800" u="none" cap="none" strike="noStrike">
                <a:solidFill>
                  <a:srgbClr val="736D67"/>
                </a:solidFill>
                <a:latin typeface="Roboto Light"/>
                <a:ea typeface="Roboto Light"/>
                <a:cs typeface="Roboto Light"/>
                <a:sym typeface="Roboto Light"/>
              </a:rPr>
              <a:t>This document comprises, and is the subject of intellectual property (including copyright) and confidentiality rights of one or multiple owners, including The Quantium Group Pty Limited and its affiliates (</a:t>
            </a:r>
            <a:r>
              <a:rPr b="0" i="0" lang="en-AU" sz="800" u="none" cap="none" strike="noStrike">
                <a:solidFill>
                  <a:srgbClr val="736D67"/>
                </a:solidFill>
                <a:latin typeface="Roboto Medium"/>
                <a:ea typeface="Roboto Medium"/>
                <a:cs typeface="Roboto Medium"/>
                <a:sym typeface="Roboto Medium"/>
              </a:rPr>
              <a:t>Quantium</a:t>
            </a:r>
            <a:r>
              <a:rPr b="0" i="0" lang="en-AU" sz="800" u="none" cap="none" strike="noStrike">
                <a:solidFill>
                  <a:srgbClr val="736D67"/>
                </a:solidFill>
                <a:latin typeface="Roboto Light"/>
                <a:ea typeface="Roboto Light"/>
                <a:cs typeface="Roboto Light"/>
                <a:sym typeface="Roboto Light"/>
              </a:rPr>
              <a:t>) and where applicable, its third-party data owners (</a:t>
            </a:r>
            <a:r>
              <a:rPr b="0" i="0" lang="en-AU" sz="800" u="none" cap="none" strike="noStrike">
                <a:solidFill>
                  <a:srgbClr val="736D67"/>
                </a:solidFill>
                <a:latin typeface="Roboto Medium"/>
                <a:ea typeface="Roboto Medium"/>
                <a:cs typeface="Roboto Medium"/>
                <a:sym typeface="Roboto Medium"/>
              </a:rPr>
              <a:t>Data Providers</a:t>
            </a:r>
            <a:r>
              <a:rPr b="0" i="0" lang="en-AU" sz="800" u="none" cap="none" strike="noStrike">
                <a:solidFill>
                  <a:srgbClr val="736D67"/>
                </a:solidFill>
                <a:latin typeface="Roboto Light"/>
                <a:ea typeface="Roboto Light"/>
                <a:cs typeface="Roboto Light"/>
                <a:sym typeface="Roboto Light"/>
              </a:rPr>
              <a:t>), together (</a:t>
            </a:r>
            <a:r>
              <a:rPr b="0" i="0" lang="en-AU" sz="800" u="none" cap="none" strike="noStrike">
                <a:solidFill>
                  <a:srgbClr val="736D67"/>
                </a:solidFill>
                <a:latin typeface="Roboto Medium"/>
                <a:ea typeface="Roboto Medium"/>
                <a:cs typeface="Roboto Medium"/>
                <a:sym typeface="Roboto Medium"/>
              </a:rPr>
              <a:t>IP Owners</a:t>
            </a:r>
            <a:r>
              <a:rPr b="0" i="0" lang="en-AU" sz="800" u="none" cap="none" strike="noStrike">
                <a:solidFill>
                  <a:srgbClr val="736D67"/>
                </a:solidFill>
                <a:latin typeface="Roboto Light"/>
                <a:ea typeface="Roboto Light"/>
                <a:cs typeface="Roboto Light"/>
                <a:sym typeface="Roboto Light"/>
              </a:rPr>
              <a:t>). The information contained in this document may have been prepared using raw data owned by the Data Providers. The Data Providers have not been involved in the analysis of the raw data, the preparation of, or the information contained in the document. The IP Owners do not make any representation (express or implied), nor give any guarantee or warranty in relation to the accuracy, completeness or appropriateness of the raw data, nor the analysis contained in this document. None of the IP Owners will have any liability for any use or disclosure by the recipient of any information contained in, or derived from this document. To the maximum extent permitted by law, the IP Owners expressly disclaim, take no responsibility for and have no liability for the preparation, contents, accuracy or completeness of this document, nor the analysis on which it is based. This document is provided in confidence, may only be used for the purpose provided, and may not be copied, reproduced, distributed, disclosed or made available to a third party in any way except strictly in accordance with the applicable written terms and conditions between you and Quantium, or otherwise with Quantium’s prior written permission</a:t>
            </a:r>
            <a:endParaRPr b="0" i="0" sz="800" u="none" cap="none" strike="noStrike">
              <a:solidFill>
                <a:srgbClr val="736D67"/>
              </a:solidFill>
              <a:latin typeface="Roboto Light"/>
              <a:ea typeface="Roboto Light"/>
              <a:cs typeface="Roboto Light"/>
              <a:sym typeface="Roboto Light"/>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6" name="Shape 46"/>
        <p:cNvGrpSpPr/>
        <p:nvPr/>
      </p:nvGrpSpPr>
      <p:grpSpPr>
        <a:xfrm>
          <a:off x="0" y="0"/>
          <a:ext cx="0" cy="0"/>
          <a:chOff x="0" y="0"/>
          <a:chExt cx="0" cy="0"/>
        </a:xfrm>
      </p:grpSpPr>
      <p:sp>
        <p:nvSpPr>
          <p:cNvPr id="47" name="Google Shape;47;p18"/>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18"/>
          <p:cNvSpPr txBox="1"/>
          <p:nvPr>
            <p:ph type="ctrTitle"/>
          </p:nvPr>
        </p:nvSpPr>
        <p:spPr>
          <a:xfrm>
            <a:off x="485875" y="264475"/>
            <a:ext cx="8183700" cy="14736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
        <p:nvSpPr>
          <p:cNvPr id="49" name="Google Shape;49;p18"/>
          <p:cNvSpPr txBox="1"/>
          <p:nvPr>
            <p:ph idx="1" type="subTitle"/>
          </p:nvPr>
        </p:nvSpPr>
        <p:spPr>
          <a:xfrm>
            <a:off x="485875" y="1738075"/>
            <a:ext cx="8183700" cy="861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50" name="Google Shape;50;p18"/>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indent="0" lvl="0" marL="0" marR="0" algn="r">
              <a:spcBef>
                <a:spcPts val="0"/>
              </a:spcBef>
              <a:spcAft>
                <a:spcPts val="0"/>
              </a:spcAft>
              <a:buClr>
                <a:schemeClr val="lt1"/>
              </a:buClr>
              <a:buSzPts val="1000"/>
              <a:buFont typeface="Arial"/>
              <a:buNone/>
              <a:defRPr b="0" i="0" sz="1000" u="none" cap="none" strike="noStrike">
                <a:solidFill>
                  <a:schemeClr val="lt1"/>
                </a:solidFill>
                <a:latin typeface="Arial"/>
                <a:ea typeface="Arial"/>
                <a:cs typeface="Arial"/>
                <a:sym typeface="Arial"/>
              </a:defRPr>
            </a:lvl1pPr>
            <a:lvl2pPr indent="0" lvl="1" marL="0" marR="0" algn="r">
              <a:spcBef>
                <a:spcPts val="0"/>
              </a:spcBef>
              <a:spcAft>
                <a:spcPts val="0"/>
              </a:spcAft>
              <a:buClr>
                <a:schemeClr val="lt1"/>
              </a:buClr>
              <a:buSzPts val="1000"/>
              <a:buFont typeface="Arial"/>
              <a:buNone/>
              <a:defRPr b="0" i="0" sz="1000" u="none" cap="none" strike="noStrike">
                <a:solidFill>
                  <a:schemeClr val="lt1"/>
                </a:solidFill>
                <a:latin typeface="Arial"/>
                <a:ea typeface="Arial"/>
                <a:cs typeface="Arial"/>
                <a:sym typeface="Arial"/>
              </a:defRPr>
            </a:lvl2pPr>
            <a:lvl3pPr indent="0" lvl="2" marL="0" marR="0" algn="r">
              <a:spcBef>
                <a:spcPts val="0"/>
              </a:spcBef>
              <a:spcAft>
                <a:spcPts val="0"/>
              </a:spcAft>
              <a:buClr>
                <a:schemeClr val="lt1"/>
              </a:buClr>
              <a:buSzPts val="1000"/>
              <a:buFont typeface="Arial"/>
              <a:buNone/>
              <a:defRPr b="0" i="0" sz="1000" u="none" cap="none" strike="noStrike">
                <a:solidFill>
                  <a:schemeClr val="lt1"/>
                </a:solidFill>
                <a:latin typeface="Arial"/>
                <a:ea typeface="Arial"/>
                <a:cs typeface="Arial"/>
                <a:sym typeface="Arial"/>
              </a:defRPr>
            </a:lvl3pPr>
            <a:lvl4pPr indent="0" lvl="3" marL="0" marR="0" algn="r">
              <a:spcBef>
                <a:spcPts val="0"/>
              </a:spcBef>
              <a:spcAft>
                <a:spcPts val="0"/>
              </a:spcAft>
              <a:buClr>
                <a:schemeClr val="lt1"/>
              </a:buClr>
              <a:buSzPts val="1000"/>
              <a:buFont typeface="Arial"/>
              <a:buNone/>
              <a:defRPr b="0" i="0" sz="1000" u="none" cap="none" strike="noStrike">
                <a:solidFill>
                  <a:schemeClr val="lt1"/>
                </a:solidFill>
                <a:latin typeface="Arial"/>
                <a:ea typeface="Arial"/>
                <a:cs typeface="Arial"/>
                <a:sym typeface="Arial"/>
              </a:defRPr>
            </a:lvl4pPr>
            <a:lvl5pPr indent="0" lvl="4" marL="0" marR="0" algn="r">
              <a:spcBef>
                <a:spcPts val="0"/>
              </a:spcBef>
              <a:spcAft>
                <a:spcPts val="0"/>
              </a:spcAft>
              <a:buClr>
                <a:schemeClr val="lt1"/>
              </a:buClr>
              <a:buSzPts val="1000"/>
              <a:buFont typeface="Arial"/>
              <a:buNone/>
              <a:defRPr b="0" i="0" sz="1000" u="none" cap="none" strike="noStrike">
                <a:solidFill>
                  <a:schemeClr val="lt1"/>
                </a:solidFill>
                <a:latin typeface="Arial"/>
                <a:ea typeface="Arial"/>
                <a:cs typeface="Arial"/>
                <a:sym typeface="Arial"/>
              </a:defRPr>
            </a:lvl5pPr>
            <a:lvl6pPr indent="0" lvl="5" marL="0" marR="0" algn="r">
              <a:spcBef>
                <a:spcPts val="0"/>
              </a:spcBef>
              <a:spcAft>
                <a:spcPts val="0"/>
              </a:spcAft>
              <a:buClr>
                <a:schemeClr val="lt1"/>
              </a:buClr>
              <a:buSzPts val="1000"/>
              <a:buFont typeface="Arial"/>
              <a:buNone/>
              <a:defRPr b="0" i="0" sz="1000" u="none" cap="none" strike="noStrike">
                <a:solidFill>
                  <a:schemeClr val="lt1"/>
                </a:solidFill>
                <a:latin typeface="Arial"/>
                <a:ea typeface="Arial"/>
                <a:cs typeface="Arial"/>
                <a:sym typeface="Arial"/>
              </a:defRPr>
            </a:lvl6pPr>
            <a:lvl7pPr indent="0" lvl="6" marL="0" marR="0" algn="r">
              <a:spcBef>
                <a:spcPts val="0"/>
              </a:spcBef>
              <a:spcAft>
                <a:spcPts val="0"/>
              </a:spcAft>
              <a:buClr>
                <a:schemeClr val="lt1"/>
              </a:buClr>
              <a:buSzPts val="1000"/>
              <a:buFont typeface="Arial"/>
              <a:buNone/>
              <a:defRPr b="0" i="0" sz="1000" u="none" cap="none" strike="noStrike">
                <a:solidFill>
                  <a:schemeClr val="lt1"/>
                </a:solidFill>
                <a:latin typeface="Arial"/>
                <a:ea typeface="Arial"/>
                <a:cs typeface="Arial"/>
                <a:sym typeface="Arial"/>
              </a:defRPr>
            </a:lvl7pPr>
            <a:lvl8pPr indent="0" lvl="7" marL="0" marR="0" algn="r">
              <a:spcBef>
                <a:spcPts val="0"/>
              </a:spcBef>
              <a:spcAft>
                <a:spcPts val="0"/>
              </a:spcAft>
              <a:buClr>
                <a:schemeClr val="lt1"/>
              </a:buClr>
              <a:buSzPts val="1000"/>
              <a:buFont typeface="Arial"/>
              <a:buNone/>
              <a:defRPr b="0" i="0" sz="1000" u="none" cap="none" strike="noStrike">
                <a:solidFill>
                  <a:schemeClr val="lt1"/>
                </a:solidFill>
                <a:latin typeface="Arial"/>
                <a:ea typeface="Arial"/>
                <a:cs typeface="Arial"/>
                <a:sym typeface="Arial"/>
              </a:defRPr>
            </a:lvl8pPr>
            <a:lvl9pPr indent="0" lvl="8" marL="0" marR="0" algn="r">
              <a:spcBef>
                <a:spcPts val="0"/>
              </a:spcBef>
              <a:spcAft>
                <a:spcPts val="0"/>
              </a:spcAft>
              <a:buClr>
                <a:schemeClr val="lt1"/>
              </a:buClr>
              <a:buSzPts val="1000"/>
              <a:buFont typeface="Arial"/>
              <a:buNone/>
              <a:defRPr b="0" i="0" sz="10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1" name="Shape 51"/>
        <p:cNvGrpSpPr/>
        <p:nvPr/>
      </p:nvGrpSpPr>
      <p:grpSpPr>
        <a:xfrm>
          <a:off x="0" y="0"/>
          <a:ext cx="0" cy="0"/>
          <a:chOff x="0" y="0"/>
          <a:chExt cx="0" cy="0"/>
        </a:xfrm>
      </p:grpSpPr>
      <p:sp>
        <p:nvSpPr>
          <p:cNvPr id="52" name="Google Shape;52;p19"/>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19"/>
          <p:cNvSpPr txBox="1"/>
          <p:nvPr>
            <p:ph type="title"/>
          </p:nvPr>
        </p:nvSpPr>
        <p:spPr>
          <a:xfrm>
            <a:off x="485875" y="1714500"/>
            <a:ext cx="8183700" cy="78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600"/>
              <a:buNone/>
              <a:defRPr sz="3600"/>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p:txBody>
      </p:sp>
      <p:sp>
        <p:nvSpPr>
          <p:cNvPr id="54" name="Google Shape;54;p19"/>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indent="0" lvl="0" marL="0" marR="0" algn="r">
              <a:spcBef>
                <a:spcPts val="0"/>
              </a:spcBef>
              <a:spcAft>
                <a:spcPts val="0"/>
              </a:spcAft>
              <a:buClr>
                <a:schemeClr val="lt1"/>
              </a:buClr>
              <a:buSzPts val="1000"/>
              <a:buFont typeface="Arial"/>
              <a:buNone/>
              <a:defRPr b="0" i="0" sz="1000" u="none" cap="none" strike="noStrike">
                <a:solidFill>
                  <a:schemeClr val="lt1"/>
                </a:solidFill>
                <a:latin typeface="Arial"/>
                <a:ea typeface="Arial"/>
                <a:cs typeface="Arial"/>
                <a:sym typeface="Arial"/>
              </a:defRPr>
            </a:lvl1pPr>
            <a:lvl2pPr indent="0" lvl="1" marL="0" marR="0" algn="r">
              <a:spcBef>
                <a:spcPts val="0"/>
              </a:spcBef>
              <a:spcAft>
                <a:spcPts val="0"/>
              </a:spcAft>
              <a:buClr>
                <a:schemeClr val="lt1"/>
              </a:buClr>
              <a:buSzPts val="1000"/>
              <a:buFont typeface="Arial"/>
              <a:buNone/>
              <a:defRPr b="0" i="0" sz="1000" u="none" cap="none" strike="noStrike">
                <a:solidFill>
                  <a:schemeClr val="lt1"/>
                </a:solidFill>
                <a:latin typeface="Arial"/>
                <a:ea typeface="Arial"/>
                <a:cs typeface="Arial"/>
                <a:sym typeface="Arial"/>
              </a:defRPr>
            </a:lvl2pPr>
            <a:lvl3pPr indent="0" lvl="2" marL="0" marR="0" algn="r">
              <a:spcBef>
                <a:spcPts val="0"/>
              </a:spcBef>
              <a:spcAft>
                <a:spcPts val="0"/>
              </a:spcAft>
              <a:buClr>
                <a:schemeClr val="lt1"/>
              </a:buClr>
              <a:buSzPts val="1000"/>
              <a:buFont typeface="Arial"/>
              <a:buNone/>
              <a:defRPr b="0" i="0" sz="1000" u="none" cap="none" strike="noStrike">
                <a:solidFill>
                  <a:schemeClr val="lt1"/>
                </a:solidFill>
                <a:latin typeface="Arial"/>
                <a:ea typeface="Arial"/>
                <a:cs typeface="Arial"/>
                <a:sym typeface="Arial"/>
              </a:defRPr>
            </a:lvl3pPr>
            <a:lvl4pPr indent="0" lvl="3" marL="0" marR="0" algn="r">
              <a:spcBef>
                <a:spcPts val="0"/>
              </a:spcBef>
              <a:spcAft>
                <a:spcPts val="0"/>
              </a:spcAft>
              <a:buClr>
                <a:schemeClr val="lt1"/>
              </a:buClr>
              <a:buSzPts val="1000"/>
              <a:buFont typeface="Arial"/>
              <a:buNone/>
              <a:defRPr b="0" i="0" sz="1000" u="none" cap="none" strike="noStrike">
                <a:solidFill>
                  <a:schemeClr val="lt1"/>
                </a:solidFill>
                <a:latin typeface="Arial"/>
                <a:ea typeface="Arial"/>
                <a:cs typeface="Arial"/>
                <a:sym typeface="Arial"/>
              </a:defRPr>
            </a:lvl4pPr>
            <a:lvl5pPr indent="0" lvl="4" marL="0" marR="0" algn="r">
              <a:spcBef>
                <a:spcPts val="0"/>
              </a:spcBef>
              <a:spcAft>
                <a:spcPts val="0"/>
              </a:spcAft>
              <a:buClr>
                <a:schemeClr val="lt1"/>
              </a:buClr>
              <a:buSzPts val="1000"/>
              <a:buFont typeface="Arial"/>
              <a:buNone/>
              <a:defRPr b="0" i="0" sz="1000" u="none" cap="none" strike="noStrike">
                <a:solidFill>
                  <a:schemeClr val="lt1"/>
                </a:solidFill>
                <a:latin typeface="Arial"/>
                <a:ea typeface="Arial"/>
                <a:cs typeface="Arial"/>
                <a:sym typeface="Arial"/>
              </a:defRPr>
            </a:lvl5pPr>
            <a:lvl6pPr indent="0" lvl="5" marL="0" marR="0" algn="r">
              <a:spcBef>
                <a:spcPts val="0"/>
              </a:spcBef>
              <a:spcAft>
                <a:spcPts val="0"/>
              </a:spcAft>
              <a:buClr>
                <a:schemeClr val="lt1"/>
              </a:buClr>
              <a:buSzPts val="1000"/>
              <a:buFont typeface="Arial"/>
              <a:buNone/>
              <a:defRPr b="0" i="0" sz="1000" u="none" cap="none" strike="noStrike">
                <a:solidFill>
                  <a:schemeClr val="lt1"/>
                </a:solidFill>
                <a:latin typeface="Arial"/>
                <a:ea typeface="Arial"/>
                <a:cs typeface="Arial"/>
                <a:sym typeface="Arial"/>
              </a:defRPr>
            </a:lvl6pPr>
            <a:lvl7pPr indent="0" lvl="6" marL="0" marR="0" algn="r">
              <a:spcBef>
                <a:spcPts val="0"/>
              </a:spcBef>
              <a:spcAft>
                <a:spcPts val="0"/>
              </a:spcAft>
              <a:buClr>
                <a:schemeClr val="lt1"/>
              </a:buClr>
              <a:buSzPts val="1000"/>
              <a:buFont typeface="Arial"/>
              <a:buNone/>
              <a:defRPr b="0" i="0" sz="1000" u="none" cap="none" strike="noStrike">
                <a:solidFill>
                  <a:schemeClr val="lt1"/>
                </a:solidFill>
                <a:latin typeface="Arial"/>
                <a:ea typeface="Arial"/>
                <a:cs typeface="Arial"/>
                <a:sym typeface="Arial"/>
              </a:defRPr>
            </a:lvl7pPr>
            <a:lvl8pPr indent="0" lvl="7" marL="0" marR="0" algn="r">
              <a:spcBef>
                <a:spcPts val="0"/>
              </a:spcBef>
              <a:spcAft>
                <a:spcPts val="0"/>
              </a:spcAft>
              <a:buClr>
                <a:schemeClr val="lt1"/>
              </a:buClr>
              <a:buSzPts val="1000"/>
              <a:buFont typeface="Arial"/>
              <a:buNone/>
              <a:defRPr b="0" i="0" sz="1000" u="none" cap="none" strike="noStrike">
                <a:solidFill>
                  <a:schemeClr val="lt1"/>
                </a:solidFill>
                <a:latin typeface="Arial"/>
                <a:ea typeface="Arial"/>
                <a:cs typeface="Arial"/>
                <a:sym typeface="Arial"/>
              </a:defRPr>
            </a:lvl8pPr>
            <a:lvl9pPr indent="0" lvl="8" marL="0" marR="0" algn="r">
              <a:spcBef>
                <a:spcPts val="0"/>
              </a:spcBef>
              <a:spcAft>
                <a:spcPts val="0"/>
              </a:spcAft>
              <a:buClr>
                <a:schemeClr val="lt1"/>
              </a:buClr>
              <a:buSzPts val="1000"/>
              <a:buFont typeface="Arial"/>
              <a:buNone/>
              <a:defRPr b="0" i="0" sz="10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5" name="Shape 55"/>
        <p:cNvGrpSpPr/>
        <p:nvPr/>
      </p:nvGrpSpPr>
      <p:grpSpPr>
        <a:xfrm>
          <a:off x="0" y="0"/>
          <a:ext cx="0" cy="0"/>
          <a:chOff x="0" y="0"/>
          <a:chExt cx="0" cy="0"/>
        </a:xfrm>
      </p:grpSpPr>
      <p:sp>
        <p:nvSpPr>
          <p:cNvPr id="56" name="Google Shape;56;p20"/>
          <p:cNvSpPr txBox="1"/>
          <p:nvPr>
            <p:ph type="title"/>
          </p:nvPr>
        </p:nvSpPr>
        <p:spPr>
          <a:xfrm>
            <a:off x="311700" y="445025"/>
            <a:ext cx="8520600" cy="623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57" name="Google Shape;57;p2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58" name="Google Shape;58;p20"/>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indent="0" lvl="0" marL="0" marR="0" algn="r">
              <a:spcBef>
                <a:spcPts val="0"/>
              </a:spcBef>
              <a:spcAft>
                <a:spcPts val="0"/>
              </a:spcAft>
              <a:buClr>
                <a:schemeClr val="lt2"/>
              </a:buClr>
              <a:buSzPts val="1000"/>
              <a:buFont typeface="Arial"/>
              <a:buNone/>
              <a:defRPr b="0" i="0" sz="1000" u="none" cap="none" strike="noStrike">
                <a:solidFill>
                  <a:schemeClr val="lt2"/>
                </a:solidFill>
                <a:latin typeface="Arial"/>
                <a:ea typeface="Arial"/>
                <a:cs typeface="Arial"/>
                <a:sym typeface="Arial"/>
              </a:defRPr>
            </a:lvl1pPr>
            <a:lvl2pPr indent="0" lvl="1" marL="0" marR="0" algn="r">
              <a:spcBef>
                <a:spcPts val="0"/>
              </a:spcBef>
              <a:spcAft>
                <a:spcPts val="0"/>
              </a:spcAft>
              <a:buClr>
                <a:schemeClr val="lt2"/>
              </a:buClr>
              <a:buSzPts val="1000"/>
              <a:buFont typeface="Arial"/>
              <a:buNone/>
              <a:defRPr b="0" i="0" sz="1000" u="none" cap="none" strike="noStrike">
                <a:solidFill>
                  <a:schemeClr val="lt2"/>
                </a:solidFill>
                <a:latin typeface="Arial"/>
                <a:ea typeface="Arial"/>
                <a:cs typeface="Arial"/>
                <a:sym typeface="Arial"/>
              </a:defRPr>
            </a:lvl2pPr>
            <a:lvl3pPr indent="0" lvl="2" marL="0" marR="0" algn="r">
              <a:spcBef>
                <a:spcPts val="0"/>
              </a:spcBef>
              <a:spcAft>
                <a:spcPts val="0"/>
              </a:spcAft>
              <a:buClr>
                <a:schemeClr val="lt2"/>
              </a:buClr>
              <a:buSzPts val="1000"/>
              <a:buFont typeface="Arial"/>
              <a:buNone/>
              <a:defRPr b="0" i="0" sz="1000" u="none" cap="none" strike="noStrike">
                <a:solidFill>
                  <a:schemeClr val="lt2"/>
                </a:solidFill>
                <a:latin typeface="Arial"/>
                <a:ea typeface="Arial"/>
                <a:cs typeface="Arial"/>
                <a:sym typeface="Arial"/>
              </a:defRPr>
            </a:lvl3pPr>
            <a:lvl4pPr indent="0" lvl="3" marL="0" marR="0" algn="r">
              <a:spcBef>
                <a:spcPts val="0"/>
              </a:spcBef>
              <a:spcAft>
                <a:spcPts val="0"/>
              </a:spcAft>
              <a:buClr>
                <a:schemeClr val="lt2"/>
              </a:buClr>
              <a:buSzPts val="1000"/>
              <a:buFont typeface="Arial"/>
              <a:buNone/>
              <a:defRPr b="0" i="0" sz="1000" u="none" cap="none" strike="noStrike">
                <a:solidFill>
                  <a:schemeClr val="lt2"/>
                </a:solidFill>
                <a:latin typeface="Arial"/>
                <a:ea typeface="Arial"/>
                <a:cs typeface="Arial"/>
                <a:sym typeface="Arial"/>
              </a:defRPr>
            </a:lvl4pPr>
            <a:lvl5pPr indent="0" lvl="4" marL="0" marR="0" algn="r">
              <a:spcBef>
                <a:spcPts val="0"/>
              </a:spcBef>
              <a:spcAft>
                <a:spcPts val="0"/>
              </a:spcAft>
              <a:buClr>
                <a:schemeClr val="lt2"/>
              </a:buClr>
              <a:buSzPts val="1000"/>
              <a:buFont typeface="Arial"/>
              <a:buNone/>
              <a:defRPr b="0" i="0" sz="1000" u="none" cap="none" strike="noStrike">
                <a:solidFill>
                  <a:schemeClr val="lt2"/>
                </a:solidFill>
                <a:latin typeface="Arial"/>
                <a:ea typeface="Arial"/>
                <a:cs typeface="Arial"/>
                <a:sym typeface="Arial"/>
              </a:defRPr>
            </a:lvl5pPr>
            <a:lvl6pPr indent="0" lvl="5" marL="0" marR="0" algn="r">
              <a:spcBef>
                <a:spcPts val="0"/>
              </a:spcBef>
              <a:spcAft>
                <a:spcPts val="0"/>
              </a:spcAft>
              <a:buClr>
                <a:schemeClr val="lt2"/>
              </a:buClr>
              <a:buSzPts val="1000"/>
              <a:buFont typeface="Arial"/>
              <a:buNone/>
              <a:defRPr b="0" i="0" sz="1000" u="none" cap="none" strike="noStrike">
                <a:solidFill>
                  <a:schemeClr val="lt2"/>
                </a:solidFill>
                <a:latin typeface="Arial"/>
                <a:ea typeface="Arial"/>
                <a:cs typeface="Arial"/>
                <a:sym typeface="Arial"/>
              </a:defRPr>
            </a:lvl6pPr>
            <a:lvl7pPr indent="0" lvl="6" marL="0" marR="0" algn="r">
              <a:spcBef>
                <a:spcPts val="0"/>
              </a:spcBef>
              <a:spcAft>
                <a:spcPts val="0"/>
              </a:spcAft>
              <a:buClr>
                <a:schemeClr val="lt2"/>
              </a:buClr>
              <a:buSzPts val="1000"/>
              <a:buFont typeface="Arial"/>
              <a:buNone/>
              <a:defRPr b="0" i="0" sz="1000" u="none" cap="none" strike="noStrike">
                <a:solidFill>
                  <a:schemeClr val="lt2"/>
                </a:solidFill>
                <a:latin typeface="Arial"/>
                <a:ea typeface="Arial"/>
                <a:cs typeface="Arial"/>
                <a:sym typeface="Arial"/>
              </a:defRPr>
            </a:lvl7pPr>
            <a:lvl8pPr indent="0" lvl="7" marL="0" marR="0" algn="r">
              <a:spcBef>
                <a:spcPts val="0"/>
              </a:spcBef>
              <a:spcAft>
                <a:spcPts val="0"/>
              </a:spcAft>
              <a:buClr>
                <a:schemeClr val="lt2"/>
              </a:buClr>
              <a:buSzPts val="1000"/>
              <a:buFont typeface="Arial"/>
              <a:buNone/>
              <a:defRPr b="0" i="0" sz="1000" u="none" cap="none" strike="noStrike">
                <a:solidFill>
                  <a:schemeClr val="lt2"/>
                </a:solidFill>
                <a:latin typeface="Arial"/>
                <a:ea typeface="Arial"/>
                <a:cs typeface="Arial"/>
                <a:sym typeface="Arial"/>
              </a:defRPr>
            </a:lvl8pPr>
            <a:lvl9pPr indent="0" lvl="8" marL="0" marR="0" algn="r">
              <a:spcBef>
                <a:spcPts val="0"/>
              </a:spcBef>
              <a:spcAft>
                <a:spcPts val="0"/>
              </a:spcAft>
              <a:buClr>
                <a:schemeClr val="lt2"/>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9" name="Shape 59"/>
        <p:cNvGrpSpPr/>
        <p:nvPr/>
      </p:nvGrpSpPr>
      <p:grpSpPr>
        <a:xfrm>
          <a:off x="0" y="0"/>
          <a:ext cx="0" cy="0"/>
          <a:chOff x="0" y="0"/>
          <a:chExt cx="0" cy="0"/>
        </a:xfrm>
      </p:grpSpPr>
      <p:sp>
        <p:nvSpPr>
          <p:cNvPr id="60" name="Google Shape;60;p21"/>
          <p:cNvSpPr txBox="1"/>
          <p:nvPr>
            <p:ph type="title"/>
          </p:nvPr>
        </p:nvSpPr>
        <p:spPr>
          <a:xfrm>
            <a:off x="311700" y="445025"/>
            <a:ext cx="8520600" cy="623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61" name="Google Shape;61;p21"/>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62" name="Google Shape;62;p21"/>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63" name="Google Shape;63;p2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indent="0" lvl="0" marL="0" marR="0" algn="r">
              <a:spcBef>
                <a:spcPts val="0"/>
              </a:spcBef>
              <a:spcAft>
                <a:spcPts val="0"/>
              </a:spcAft>
              <a:buClr>
                <a:schemeClr val="lt2"/>
              </a:buClr>
              <a:buSzPts val="1000"/>
              <a:buFont typeface="Arial"/>
              <a:buNone/>
              <a:defRPr b="0" i="0" sz="1000" u="none" cap="none" strike="noStrike">
                <a:solidFill>
                  <a:schemeClr val="lt2"/>
                </a:solidFill>
                <a:latin typeface="Arial"/>
                <a:ea typeface="Arial"/>
                <a:cs typeface="Arial"/>
                <a:sym typeface="Arial"/>
              </a:defRPr>
            </a:lvl1pPr>
            <a:lvl2pPr indent="0" lvl="1" marL="0" marR="0" algn="r">
              <a:spcBef>
                <a:spcPts val="0"/>
              </a:spcBef>
              <a:spcAft>
                <a:spcPts val="0"/>
              </a:spcAft>
              <a:buClr>
                <a:schemeClr val="lt2"/>
              </a:buClr>
              <a:buSzPts val="1000"/>
              <a:buFont typeface="Arial"/>
              <a:buNone/>
              <a:defRPr b="0" i="0" sz="1000" u="none" cap="none" strike="noStrike">
                <a:solidFill>
                  <a:schemeClr val="lt2"/>
                </a:solidFill>
                <a:latin typeface="Arial"/>
                <a:ea typeface="Arial"/>
                <a:cs typeface="Arial"/>
                <a:sym typeface="Arial"/>
              </a:defRPr>
            </a:lvl2pPr>
            <a:lvl3pPr indent="0" lvl="2" marL="0" marR="0" algn="r">
              <a:spcBef>
                <a:spcPts val="0"/>
              </a:spcBef>
              <a:spcAft>
                <a:spcPts val="0"/>
              </a:spcAft>
              <a:buClr>
                <a:schemeClr val="lt2"/>
              </a:buClr>
              <a:buSzPts val="1000"/>
              <a:buFont typeface="Arial"/>
              <a:buNone/>
              <a:defRPr b="0" i="0" sz="1000" u="none" cap="none" strike="noStrike">
                <a:solidFill>
                  <a:schemeClr val="lt2"/>
                </a:solidFill>
                <a:latin typeface="Arial"/>
                <a:ea typeface="Arial"/>
                <a:cs typeface="Arial"/>
                <a:sym typeface="Arial"/>
              </a:defRPr>
            </a:lvl3pPr>
            <a:lvl4pPr indent="0" lvl="3" marL="0" marR="0" algn="r">
              <a:spcBef>
                <a:spcPts val="0"/>
              </a:spcBef>
              <a:spcAft>
                <a:spcPts val="0"/>
              </a:spcAft>
              <a:buClr>
                <a:schemeClr val="lt2"/>
              </a:buClr>
              <a:buSzPts val="1000"/>
              <a:buFont typeface="Arial"/>
              <a:buNone/>
              <a:defRPr b="0" i="0" sz="1000" u="none" cap="none" strike="noStrike">
                <a:solidFill>
                  <a:schemeClr val="lt2"/>
                </a:solidFill>
                <a:latin typeface="Arial"/>
                <a:ea typeface="Arial"/>
                <a:cs typeface="Arial"/>
                <a:sym typeface="Arial"/>
              </a:defRPr>
            </a:lvl4pPr>
            <a:lvl5pPr indent="0" lvl="4" marL="0" marR="0" algn="r">
              <a:spcBef>
                <a:spcPts val="0"/>
              </a:spcBef>
              <a:spcAft>
                <a:spcPts val="0"/>
              </a:spcAft>
              <a:buClr>
                <a:schemeClr val="lt2"/>
              </a:buClr>
              <a:buSzPts val="1000"/>
              <a:buFont typeface="Arial"/>
              <a:buNone/>
              <a:defRPr b="0" i="0" sz="1000" u="none" cap="none" strike="noStrike">
                <a:solidFill>
                  <a:schemeClr val="lt2"/>
                </a:solidFill>
                <a:latin typeface="Arial"/>
                <a:ea typeface="Arial"/>
                <a:cs typeface="Arial"/>
                <a:sym typeface="Arial"/>
              </a:defRPr>
            </a:lvl5pPr>
            <a:lvl6pPr indent="0" lvl="5" marL="0" marR="0" algn="r">
              <a:spcBef>
                <a:spcPts val="0"/>
              </a:spcBef>
              <a:spcAft>
                <a:spcPts val="0"/>
              </a:spcAft>
              <a:buClr>
                <a:schemeClr val="lt2"/>
              </a:buClr>
              <a:buSzPts val="1000"/>
              <a:buFont typeface="Arial"/>
              <a:buNone/>
              <a:defRPr b="0" i="0" sz="1000" u="none" cap="none" strike="noStrike">
                <a:solidFill>
                  <a:schemeClr val="lt2"/>
                </a:solidFill>
                <a:latin typeface="Arial"/>
                <a:ea typeface="Arial"/>
                <a:cs typeface="Arial"/>
                <a:sym typeface="Arial"/>
              </a:defRPr>
            </a:lvl6pPr>
            <a:lvl7pPr indent="0" lvl="6" marL="0" marR="0" algn="r">
              <a:spcBef>
                <a:spcPts val="0"/>
              </a:spcBef>
              <a:spcAft>
                <a:spcPts val="0"/>
              </a:spcAft>
              <a:buClr>
                <a:schemeClr val="lt2"/>
              </a:buClr>
              <a:buSzPts val="1000"/>
              <a:buFont typeface="Arial"/>
              <a:buNone/>
              <a:defRPr b="0" i="0" sz="1000" u="none" cap="none" strike="noStrike">
                <a:solidFill>
                  <a:schemeClr val="lt2"/>
                </a:solidFill>
                <a:latin typeface="Arial"/>
                <a:ea typeface="Arial"/>
                <a:cs typeface="Arial"/>
                <a:sym typeface="Arial"/>
              </a:defRPr>
            </a:lvl7pPr>
            <a:lvl8pPr indent="0" lvl="7" marL="0" marR="0" algn="r">
              <a:spcBef>
                <a:spcPts val="0"/>
              </a:spcBef>
              <a:spcAft>
                <a:spcPts val="0"/>
              </a:spcAft>
              <a:buClr>
                <a:schemeClr val="lt2"/>
              </a:buClr>
              <a:buSzPts val="1000"/>
              <a:buFont typeface="Arial"/>
              <a:buNone/>
              <a:defRPr b="0" i="0" sz="1000" u="none" cap="none" strike="noStrike">
                <a:solidFill>
                  <a:schemeClr val="lt2"/>
                </a:solidFill>
                <a:latin typeface="Arial"/>
                <a:ea typeface="Arial"/>
                <a:cs typeface="Arial"/>
                <a:sym typeface="Arial"/>
              </a:defRPr>
            </a:lvl8pPr>
            <a:lvl9pPr indent="0" lvl="8" marL="0" marR="0" algn="r">
              <a:spcBef>
                <a:spcPts val="0"/>
              </a:spcBef>
              <a:spcAft>
                <a:spcPts val="0"/>
              </a:spcAft>
              <a:buClr>
                <a:schemeClr val="lt2"/>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4" name="Shape 64"/>
        <p:cNvGrpSpPr/>
        <p:nvPr/>
      </p:nvGrpSpPr>
      <p:grpSpPr>
        <a:xfrm>
          <a:off x="0" y="0"/>
          <a:ext cx="0" cy="0"/>
          <a:chOff x="0" y="0"/>
          <a:chExt cx="0" cy="0"/>
        </a:xfrm>
      </p:grpSpPr>
      <p:sp>
        <p:nvSpPr>
          <p:cNvPr id="65" name="Google Shape;65;p22"/>
          <p:cNvSpPr txBox="1"/>
          <p:nvPr>
            <p:ph type="title"/>
          </p:nvPr>
        </p:nvSpPr>
        <p:spPr>
          <a:xfrm>
            <a:off x="311700" y="445025"/>
            <a:ext cx="8520600" cy="623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66" name="Google Shape;66;p22"/>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indent="0" lvl="0" marL="0" marR="0" algn="r">
              <a:spcBef>
                <a:spcPts val="0"/>
              </a:spcBef>
              <a:spcAft>
                <a:spcPts val="0"/>
              </a:spcAft>
              <a:buClr>
                <a:schemeClr val="lt2"/>
              </a:buClr>
              <a:buSzPts val="1000"/>
              <a:buFont typeface="Arial"/>
              <a:buNone/>
              <a:defRPr b="0" i="0" sz="1000" u="none" cap="none" strike="noStrike">
                <a:solidFill>
                  <a:schemeClr val="lt2"/>
                </a:solidFill>
                <a:latin typeface="Arial"/>
                <a:ea typeface="Arial"/>
                <a:cs typeface="Arial"/>
                <a:sym typeface="Arial"/>
              </a:defRPr>
            </a:lvl1pPr>
            <a:lvl2pPr indent="0" lvl="1" marL="0" marR="0" algn="r">
              <a:spcBef>
                <a:spcPts val="0"/>
              </a:spcBef>
              <a:spcAft>
                <a:spcPts val="0"/>
              </a:spcAft>
              <a:buClr>
                <a:schemeClr val="lt2"/>
              </a:buClr>
              <a:buSzPts val="1000"/>
              <a:buFont typeface="Arial"/>
              <a:buNone/>
              <a:defRPr b="0" i="0" sz="1000" u="none" cap="none" strike="noStrike">
                <a:solidFill>
                  <a:schemeClr val="lt2"/>
                </a:solidFill>
                <a:latin typeface="Arial"/>
                <a:ea typeface="Arial"/>
                <a:cs typeface="Arial"/>
                <a:sym typeface="Arial"/>
              </a:defRPr>
            </a:lvl2pPr>
            <a:lvl3pPr indent="0" lvl="2" marL="0" marR="0" algn="r">
              <a:spcBef>
                <a:spcPts val="0"/>
              </a:spcBef>
              <a:spcAft>
                <a:spcPts val="0"/>
              </a:spcAft>
              <a:buClr>
                <a:schemeClr val="lt2"/>
              </a:buClr>
              <a:buSzPts val="1000"/>
              <a:buFont typeface="Arial"/>
              <a:buNone/>
              <a:defRPr b="0" i="0" sz="1000" u="none" cap="none" strike="noStrike">
                <a:solidFill>
                  <a:schemeClr val="lt2"/>
                </a:solidFill>
                <a:latin typeface="Arial"/>
                <a:ea typeface="Arial"/>
                <a:cs typeface="Arial"/>
                <a:sym typeface="Arial"/>
              </a:defRPr>
            </a:lvl3pPr>
            <a:lvl4pPr indent="0" lvl="3" marL="0" marR="0" algn="r">
              <a:spcBef>
                <a:spcPts val="0"/>
              </a:spcBef>
              <a:spcAft>
                <a:spcPts val="0"/>
              </a:spcAft>
              <a:buClr>
                <a:schemeClr val="lt2"/>
              </a:buClr>
              <a:buSzPts val="1000"/>
              <a:buFont typeface="Arial"/>
              <a:buNone/>
              <a:defRPr b="0" i="0" sz="1000" u="none" cap="none" strike="noStrike">
                <a:solidFill>
                  <a:schemeClr val="lt2"/>
                </a:solidFill>
                <a:latin typeface="Arial"/>
                <a:ea typeface="Arial"/>
                <a:cs typeface="Arial"/>
                <a:sym typeface="Arial"/>
              </a:defRPr>
            </a:lvl4pPr>
            <a:lvl5pPr indent="0" lvl="4" marL="0" marR="0" algn="r">
              <a:spcBef>
                <a:spcPts val="0"/>
              </a:spcBef>
              <a:spcAft>
                <a:spcPts val="0"/>
              </a:spcAft>
              <a:buClr>
                <a:schemeClr val="lt2"/>
              </a:buClr>
              <a:buSzPts val="1000"/>
              <a:buFont typeface="Arial"/>
              <a:buNone/>
              <a:defRPr b="0" i="0" sz="1000" u="none" cap="none" strike="noStrike">
                <a:solidFill>
                  <a:schemeClr val="lt2"/>
                </a:solidFill>
                <a:latin typeface="Arial"/>
                <a:ea typeface="Arial"/>
                <a:cs typeface="Arial"/>
                <a:sym typeface="Arial"/>
              </a:defRPr>
            </a:lvl5pPr>
            <a:lvl6pPr indent="0" lvl="5" marL="0" marR="0" algn="r">
              <a:spcBef>
                <a:spcPts val="0"/>
              </a:spcBef>
              <a:spcAft>
                <a:spcPts val="0"/>
              </a:spcAft>
              <a:buClr>
                <a:schemeClr val="lt2"/>
              </a:buClr>
              <a:buSzPts val="1000"/>
              <a:buFont typeface="Arial"/>
              <a:buNone/>
              <a:defRPr b="0" i="0" sz="1000" u="none" cap="none" strike="noStrike">
                <a:solidFill>
                  <a:schemeClr val="lt2"/>
                </a:solidFill>
                <a:latin typeface="Arial"/>
                <a:ea typeface="Arial"/>
                <a:cs typeface="Arial"/>
                <a:sym typeface="Arial"/>
              </a:defRPr>
            </a:lvl6pPr>
            <a:lvl7pPr indent="0" lvl="6" marL="0" marR="0" algn="r">
              <a:spcBef>
                <a:spcPts val="0"/>
              </a:spcBef>
              <a:spcAft>
                <a:spcPts val="0"/>
              </a:spcAft>
              <a:buClr>
                <a:schemeClr val="lt2"/>
              </a:buClr>
              <a:buSzPts val="1000"/>
              <a:buFont typeface="Arial"/>
              <a:buNone/>
              <a:defRPr b="0" i="0" sz="1000" u="none" cap="none" strike="noStrike">
                <a:solidFill>
                  <a:schemeClr val="lt2"/>
                </a:solidFill>
                <a:latin typeface="Arial"/>
                <a:ea typeface="Arial"/>
                <a:cs typeface="Arial"/>
                <a:sym typeface="Arial"/>
              </a:defRPr>
            </a:lvl7pPr>
            <a:lvl8pPr indent="0" lvl="7" marL="0" marR="0" algn="r">
              <a:spcBef>
                <a:spcPts val="0"/>
              </a:spcBef>
              <a:spcAft>
                <a:spcPts val="0"/>
              </a:spcAft>
              <a:buClr>
                <a:schemeClr val="lt2"/>
              </a:buClr>
              <a:buSzPts val="1000"/>
              <a:buFont typeface="Arial"/>
              <a:buNone/>
              <a:defRPr b="0" i="0" sz="1000" u="none" cap="none" strike="noStrike">
                <a:solidFill>
                  <a:schemeClr val="lt2"/>
                </a:solidFill>
                <a:latin typeface="Arial"/>
                <a:ea typeface="Arial"/>
                <a:cs typeface="Arial"/>
                <a:sym typeface="Arial"/>
              </a:defRPr>
            </a:lvl8pPr>
            <a:lvl9pPr indent="0" lvl="8" marL="0" marR="0" algn="r">
              <a:spcBef>
                <a:spcPts val="0"/>
              </a:spcBef>
              <a:spcAft>
                <a:spcPts val="0"/>
              </a:spcAft>
              <a:buClr>
                <a:schemeClr val="lt2"/>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7" name="Shape 67"/>
        <p:cNvGrpSpPr/>
        <p:nvPr/>
      </p:nvGrpSpPr>
      <p:grpSpPr>
        <a:xfrm>
          <a:off x="0" y="0"/>
          <a:ext cx="0" cy="0"/>
          <a:chOff x="0" y="0"/>
          <a:chExt cx="0" cy="0"/>
        </a:xfrm>
      </p:grpSpPr>
      <p:sp>
        <p:nvSpPr>
          <p:cNvPr id="68" name="Google Shape;68;p23"/>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69" name="Google Shape;69;p23"/>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0" name="Google Shape;70;p23"/>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indent="0" lvl="0" marL="0" marR="0" algn="r">
              <a:spcBef>
                <a:spcPts val="0"/>
              </a:spcBef>
              <a:spcAft>
                <a:spcPts val="0"/>
              </a:spcAft>
              <a:buClr>
                <a:schemeClr val="lt2"/>
              </a:buClr>
              <a:buSzPts val="1000"/>
              <a:buFont typeface="Arial"/>
              <a:buNone/>
              <a:defRPr b="0" i="0" sz="1000" u="none" cap="none" strike="noStrike">
                <a:solidFill>
                  <a:schemeClr val="lt2"/>
                </a:solidFill>
                <a:latin typeface="Arial"/>
                <a:ea typeface="Arial"/>
                <a:cs typeface="Arial"/>
                <a:sym typeface="Arial"/>
              </a:defRPr>
            </a:lvl1pPr>
            <a:lvl2pPr indent="0" lvl="1" marL="0" marR="0" algn="r">
              <a:spcBef>
                <a:spcPts val="0"/>
              </a:spcBef>
              <a:spcAft>
                <a:spcPts val="0"/>
              </a:spcAft>
              <a:buClr>
                <a:schemeClr val="lt2"/>
              </a:buClr>
              <a:buSzPts val="1000"/>
              <a:buFont typeface="Arial"/>
              <a:buNone/>
              <a:defRPr b="0" i="0" sz="1000" u="none" cap="none" strike="noStrike">
                <a:solidFill>
                  <a:schemeClr val="lt2"/>
                </a:solidFill>
                <a:latin typeface="Arial"/>
                <a:ea typeface="Arial"/>
                <a:cs typeface="Arial"/>
                <a:sym typeface="Arial"/>
              </a:defRPr>
            </a:lvl2pPr>
            <a:lvl3pPr indent="0" lvl="2" marL="0" marR="0" algn="r">
              <a:spcBef>
                <a:spcPts val="0"/>
              </a:spcBef>
              <a:spcAft>
                <a:spcPts val="0"/>
              </a:spcAft>
              <a:buClr>
                <a:schemeClr val="lt2"/>
              </a:buClr>
              <a:buSzPts val="1000"/>
              <a:buFont typeface="Arial"/>
              <a:buNone/>
              <a:defRPr b="0" i="0" sz="1000" u="none" cap="none" strike="noStrike">
                <a:solidFill>
                  <a:schemeClr val="lt2"/>
                </a:solidFill>
                <a:latin typeface="Arial"/>
                <a:ea typeface="Arial"/>
                <a:cs typeface="Arial"/>
                <a:sym typeface="Arial"/>
              </a:defRPr>
            </a:lvl3pPr>
            <a:lvl4pPr indent="0" lvl="3" marL="0" marR="0" algn="r">
              <a:spcBef>
                <a:spcPts val="0"/>
              </a:spcBef>
              <a:spcAft>
                <a:spcPts val="0"/>
              </a:spcAft>
              <a:buClr>
                <a:schemeClr val="lt2"/>
              </a:buClr>
              <a:buSzPts val="1000"/>
              <a:buFont typeface="Arial"/>
              <a:buNone/>
              <a:defRPr b="0" i="0" sz="1000" u="none" cap="none" strike="noStrike">
                <a:solidFill>
                  <a:schemeClr val="lt2"/>
                </a:solidFill>
                <a:latin typeface="Arial"/>
                <a:ea typeface="Arial"/>
                <a:cs typeface="Arial"/>
                <a:sym typeface="Arial"/>
              </a:defRPr>
            </a:lvl4pPr>
            <a:lvl5pPr indent="0" lvl="4" marL="0" marR="0" algn="r">
              <a:spcBef>
                <a:spcPts val="0"/>
              </a:spcBef>
              <a:spcAft>
                <a:spcPts val="0"/>
              </a:spcAft>
              <a:buClr>
                <a:schemeClr val="lt2"/>
              </a:buClr>
              <a:buSzPts val="1000"/>
              <a:buFont typeface="Arial"/>
              <a:buNone/>
              <a:defRPr b="0" i="0" sz="1000" u="none" cap="none" strike="noStrike">
                <a:solidFill>
                  <a:schemeClr val="lt2"/>
                </a:solidFill>
                <a:latin typeface="Arial"/>
                <a:ea typeface="Arial"/>
                <a:cs typeface="Arial"/>
                <a:sym typeface="Arial"/>
              </a:defRPr>
            </a:lvl5pPr>
            <a:lvl6pPr indent="0" lvl="5" marL="0" marR="0" algn="r">
              <a:spcBef>
                <a:spcPts val="0"/>
              </a:spcBef>
              <a:spcAft>
                <a:spcPts val="0"/>
              </a:spcAft>
              <a:buClr>
                <a:schemeClr val="lt2"/>
              </a:buClr>
              <a:buSzPts val="1000"/>
              <a:buFont typeface="Arial"/>
              <a:buNone/>
              <a:defRPr b="0" i="0" sz="1000" u="none" cap="none" strike="noStrike">
                <a:solidFill>
                  <a:schemeClr val="lt2"/>
                </a:solidFill>
                <a:latin typeface="Arial"/>
                <a:ea typeface="Arial"/>
                <a:cs typeface="Arial"/>
                <a:sym typeface="Arial"/>
              </a:defRPr>
            </a:lvl6pPr>
            <a:lvl7pPr indent="0" lvl="6" marL="0" marR="0" algn="r">
              <a:spcBef>
                <a:spcPts val="0"/>
              </a:spcBef>
              <a:spcAft>
                <a:spcPts val="0"/>
              </a:spcAft>
              <a:buClr>
                <a:schemeClr val="lt2"/>
              </a:buClr>
              <a:buSzPts val="1000"/>
              <a:buFont typeface="Arial"/>
              <a:buNone/>
              <a:defRPr b="0" i="0" sz="1000" u="none" cap="none" strike="noStrike">
                <a:solidFill>
                  <a:schemeClr val="lt2"/>
                </a:solidFill>
                <a:latin typeface="Arial"/>
                <a:ea typeface="Arial"/>
                <a:cs typeface="Arial"/>
                <a:sym typeface="Arial"/>
              </a:defRPr>
            </a:lvl7pPr>
            <a:lvl8pPr indent="0" lvl="7" marL="0" marR="0" algn="r">
              <a:spcBef>
                <a:spcPts val="0"/>
              </a:spcBef>
              <a:spcAft>
                <a:spcPts val="0"/>
              </a:spcAft>
              <a:buClr>
                <a:schemeClr val="lt2"/>
              </a:buClr>
              <a:buSzPts val="1000"/>
              <a:buFont typeface="Arial"/>
              <a:buNone/>
              <a:defRPr b="0" i="0" sz="1000" u="none" cap="none" strike="noStrike">
                <a:solidFill>
                  <a:schemeClr val="lt2"/>
                </a:solidFill>
                <a:latin typeface="Arial"/>
                <a:ea typeface="Arial"/>
                <a:cs typeface="Arial"/>
                <a:sym typeface="Arial"/>
              </a:defRPr>
            </a:lvl8pPr>
            <a:lvl9pPr indent="0" lvl="8" marL="0" marR="0" algn="r">
              <a:spcBef>
                <a:spcPts val="0"/>
              </a:spcBef>
              <a:spcAft>
                <a:spcPts val="0"/>
              </a:spcAft>
              <a:buClr>
                <a:schemeClr val="lt2"/>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2"/>
        </a:solidFill>
      </p:bgPr>
    </p:bg>
    <p:spTree>
      <p:nvGrpSpPr>
        <p:cNvPr id="71" name="Shape 71"/>
        <p:cNvGrpSpPr/>
        <p:nvPr/>
      </p:nvGrpSpPr>
      <p:grpSpPr>
        <a:xfrm>
          <a:off x="0" y="0"/>
          <a:ext cx="0" cy="0"/>
          <a:chOff x="0" y="0"/>
          <a:chExt cx="0" cy="0"/>
        </a:xfrm>
      </p:grpSpPr>
      <p:sp>
        <p:nvSpPr>
          <p:cNvPr id="72" name="Google Shape;72;p24"/>
          <p:cNvSpPr txBox="1"/>
          <p:nvPr>
            <p:ph type="title"/>
          </p:nvPr>
        </p:nvSpPr>
        <p:spPr>
          <a:xfrm>
            <a:off x="490250" y="526350"/>
            <a:ext cx="56040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p:txBody>
      </p:sp>
      <p:sp>
        <p:nvSpPr>
          <p:cNvPr id="73" name="Google Shape;73;p24"/>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indent="0" lvl="0" marL="0" marR="0" algn="r">
              <a:spcBef>
                <a:spcPts val="0"/>
              </a:spcBef>
              <a:spcAft>
                <a:spcPts val="0"/>
              </a:spcAft>
              <a:buClr>
                <a:schemeClr val="lt1"/>
              </a:buClr>
              <a:buSzPts val="1000"/>
              <a:buFont typeface="Arial"/>
              <a:buNone/>
              <a:defRPr b="0" i="0" sz="1000" u="none" cap="none" strike="noStrike">
                <a:solidFill>
                  <a:schemeClr val="lt1"/>
                </a:solidFill>
                <a:latin typeface="Arial"/>
                <a:ea typeface="Arial"/>
                <a:cs typeface="Arial"/>
                <a:sym typeface="Arial"/>
              </a:defRPr>
            </a:lvl1pPr>
            <a:lvl2pPr indent="0" lvl="1" marL="0" marR="0" algn="r">
              <a:spcBef>
                <a:spcPts val="0"/>
              </a:spcBef>
              <a:spcAft>
                <a:spcPts val="0"/>
              </a:spcAft>
              <a:buClr>
                <a:schemeClr val="lt1"/>
              </a:buClr>
              <a:buSzPts val="1000"/>
              <a:buFont typeface="Arial"/>
              <a:buNone/>
              <a:defRPr b="0" i="0" sz="1000" u="none" cap="none" strike="noStrike">
                <a:solidFill>
                  <a:schemeClr val="lt1"/>
                </a:solidFill>
                <a:latin typeface="Arial"/>
                <a:ea typeface="Arial"/>
                <a:cs typeface="Arial"/>
                <a:sym typeface="Arial"/>
              </a:defRPr>
            </a:lvl2pPr>
            <a:lvl3pPr indent="0" lvl="2" marL="0" marR="0" algn="r">
              <a:spcBef>
                <a:spcPts val="0"/>
              </a:spcBef>
              <a:spcAft>
                <a:spcPts val="0"/>
              </a:spcAft>
              <a:buClr>
                <a:schemeClr val="lt1"/>
              </a:buClr>
              <a:buSzPts val="1000"/>
              <a:buFont typeface="Arial"/>
              <a:buNone/>
              <a:defRPr b="0" i="0" sz="1000" u="none" cap="none" strike="noStrike">
                <a:solidFill>
                  <a:schemeClr val="lt1"/>
                </a:solidFill>
                <a:latin typeface="Arial"/>
                <a:ea typeface="Arial"/>
                <a:cs typeface="Arial"/>
                <a:sym typeface="Arial"/>
              </a:defRPr>
            </a:lvl3pPr>
            <a:lvl4pPr indent="0" lvl="3" marL="0" marR="0" algn="r">
              <a:spcBef>
                <a:spcPts val="0"/>
              </a:spcBef>
              <a:spcAft>
                <a:spcPts val="0"/>
              </a:spcAft>
              <a:buClr>
                <a:schemeClr val="lt1"/>
              </a:buClr>
              <a:buSzPts val="1000"/>
              <a:buFont typeface="Arial"/>
              <a:buNone/>
              <a:defRPr b="0" i="0" sz="1000" u="none" cap="none" strike="noStrike">
                <a:solidFill>
                  <a:schemeClr val="lt1"/>
                </a:solidFill>
                <a:latin typeface="Arial"/>
                <a:ea typeface="Arial"/>
                <a:cs typeface="Arial"/>
                <a:sym typeface="Arial"/>
              </a:defRPr>
            </a:lvl4pPr>
            <a:lvl5pPr indent="0" lvl="4" marL="0" marR="0" algn="r">
              <a:spcBef>
                <a:spcPts val="0"/>
              </a:spcBef>
              <a:spcAft>
                <a:spcPts val="0"/>
              </a:spcAft>
              <a:buClr>
                <a:schemeClr val="lt1"/>
              </a:buClr>
              <a:buSzPts val="1000"/>
              <a:buFont typeface="Arial"/>
              <a:buNone/>
              <a:defRPr b="0" i="0" sz="1000" u="none" cap="none" strike="noStrike">
                <a:solidFill>
                  <a:schemeClr val="lt1"/>
                </a:solidFill>
                <a:latin typeface="Arial"/>
                <a:ea typeface="Arial"/>
                <a:cs typeface="Arial"/>
                <a:sym typeface="Arial"/>
              </a:defRPr>
            </a:lvl5pPr>
            <a:lvl6pPr indent="0" lvl="5" marL="0" marR="0" algn="r">
              <a:spcBef>
                <a:spcPts val="0"/>
              </a:spcBef>
              <a:spcAft>
                <a:spcPts val="0"/>
              </a:spcAft>
              <a:buClr>
                <a:schemeClr val="lt1"/>
              </a:buClr>
              <a:buSzPts val="1000"/>
              <a:buFont typeface="Arial"/>
              <a:buNone/>
              <a:defRPr b="0" i="0" sz="1000" u="none" cap="none" strike="noStrike">
                <a:solidFill>
                  <a:schemeClr val="lt1"/>
                </a:solidFill>
                <a:latin typeface="Arial"/>
                <a:ea typeface="Arial"/>
                <a:cs typeface="Arial"/>
                <a:sym typeface="Arial"/>
              </a:defRPr>
            </a:lvl6pPr>
            <a:lvl7pPr indent="0" lvl="6" marL="0" marR="0" algn="r">
              <a:spcBef>
                <a:spcPts val="0"/>
              </a:spcBef>
              <a:spcAft>
                <a:spcPts val="0"/>
              </a:spcAft>
              <a:buClr>
                <a:schemeClr val="lt1"/>
              </a:buClr>
              <a:buSzPts val="1000"/>
              <a:buFont typeface="Arial"/>
              <a:buNone/>
              <a:defRPr b="0" i="0" sz="1000" u="none" cap="none" strike="noStrike">
                <a:solidFill>
                  <a:schemeClr val="lt1"/>
                </a:solidFill>
                <a:latin typeface="Arial"/>
                <a:ea typeface="Arial"/>
                <a:cs typeface="Arial"/>
                <a:sym typeface="Arial"/>
              </a:defRPr>
            </a:lvl7pPr>
            <a:lvl8pPr indent="0" lvl="7" marL="0" marR="0" algn="r">
              <a:spcBef>
                <a:spcPts val="0"/>
              </a:spcBef>
              <a:spcAft>
                <a:spcPts val="0"/>
              </a:spcAft>
              <a:buClr>
                <a:schemeClr val="lt1"/>
              </a:buClr>
              <a:buSzPts val="1000"/>
              <a:buFont typeface="Arial"/>
              <a:buNone/>
              <a:defRPr b="0" i="0" sz="1000" u="none" cap="none" strike="noStrike">
                <a:solidFill>
                  <a:schemeClr val="lt1"/>
                </a:solidFill>
                <a:latin typeface="Arial"/>
                <a:ea typeface="Arial"/>
                <a:cs typeface="Arial"/>
                <a:sym typeface="Arial"/>
              </a:defRPr>
            </a:lvl8pPr>
            <a:lvl9pPr indent="0" lvl="8" marL="0" marR="0" algn="r">
              <a:spcBef>
                <a:spcPts val="0"/>
              </a:spcBef>
              <a:spcAft>
                <a:spcPts val="0"/>
              </a:spcAft>
              <a:buClr>
                <a:schemeClr val="lt1"/>
              </a:buClr>
              <a:buSzPts val="1000"/>
              <a:buFont typeface="Arial"/>
              <a:buNone/>
              <a:defRPr b="0" i="0" sz="10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4" name="Shape 74"/>
        <p:cNvGrpSpPr/>
        <p:nvPr/>
      </p:nvGrpSpPr>
      <p:grpSpPr>
        <a:xfrm>
          <a:off x="0" y="0"/>
          <a:ext cx="0" cy="0"/>
          <a:chOff x="0" y="0"/>
          <a:chExt cx="0" cy="0"/>
        </a:xfrm>
      </p:grpSpPr>
      <p:sp>
        <p:nvSpPr>
          <p:cNvPr id="75" name="Google Shape;75;p25"/>
          <p:cNvSpPr/>
          <p:nvPr/>
        </p:nvSpPr>
        <p:spPr>
          <a:xfrm>
            <a:off x="4636800" y="80700"/>
            <a:ext cx="4426500" cy="49821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76" name="Google Shape;76;p25"/>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77" name="Google Shape;77;p25"/>
          <p:cNvSpPr txBox="1"/>
          <p:nvPr>
            <p:ph type="title"/>
          </p:nvPr>
        </p:nvSpPr>
        <p:spPr>
          <a:xfrm>
            <a:off x="265500" y="1181700"/>
            <a:ext cx="4045200" cy="1533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3800"/>
              <a:buNone/>
              <a:defRPr sz="3800"/>
            </a:lvl1pPr>
            <a:lvl2pPr lvl="1" algn="ctr">
              <a:lnSpc>
                <a:spcPct val="100000"/>
              </a:lnSpc>
              <a:spcBef>
                <a:spcPts val="0"/>
              </a:spcBef>
              <a:spcAft>
                <a:spcPts val="0"/>
              </a:spcAft>
              <a:buSzPts val="3800"/>
              <a:buNone/>
              <a:defRPr sz="3800"/>
            </a:lvl2pPr>
            <a:lvl3pPr lvl="2" algn="ctr">
              <a:lnSpc>
                <a:spcPct val="100000"/>
              </a:lnSpc>
              <a:spcBef>
                <a:spcPts val="0"/>
              </a:spcBef>
              <a:spcAft>
                <a:spcPts val="0"/>
              </a:spcAft>
              <a:buSzPts val="3800"/>
              <a:buNone/>
              <a:defRPr sz="3800"/>
            </a:lvl3pPr>
            <a:lvl4pPr lvl="3" algn="ctr">
              <a:lnSpc>
                <a:spcPct val="100000"/>
              </a:lnSpc>
              <a:spcBef>
                <a:spcPts val="0"/>
              </a:spcBef>
              <a:spcAft>
                <a:spcPts val="0"/>
              </a:spcAft>
              <a:buSzPts val="3800"/>
              <a:buNone/>
              <a:defRPr sz="3800"/>
            </a:lvl4pPr>
            <a:lvl5pPr lvl="4" algn="ctr">
              <a:lnSpc>
                <a:spcPct val="100000"/>
              </a:lnSpc>
              <a:spcBef>
                <a:spcPts val="0"/>
              </a:spcBef>
              <a:spcAft>
                <a:spcPts val="0"/>
              </a:spcAft>
              <a:buSzPts val="3800"/>
              <a:buNone/>
              <a:defRPr sz="3800"/>
            </a:lvl5pPr>
            <a:lvl6pPr lvl="5" algn="ctr">
              <a:lnSpc>
                <a:spcPct val="100000"/>
              </a:lnSpc>
              <a:spcBef>
                <a:spcPts val="0"/>
              </a:spcBef>
              <a:spcAft>
                <a:spcPts val="0"/>
              </a:spcAft>
              <a:buSzPts val="3800"/>
              <a:buNone/>
              <a:defRPr sz="3800"/>
            </a:lvl6pPr>
            <a:lvl7pPr lvl="6" algn="ctr">
              <a:lnSpc>
                <a:spcPct val="100000"/>
              </a:lnSpc>
              <a:spcBef>
                <a:spcPts val="0"/>
              </a:spcBef>
              <a:spcAft>
                <a:spcPts val="0"/>
              </a:spcAft>
              <a:buSzPts val="3800"/>
              <a:buNone/>
              <a:defRPr sz="3800"/>
            </a:lvl7pPr>
            <a:lvl8pPr lvl="7" algn="ctr">
              <a:lnSpc>
                <a:spcPct val="100000"/>
              </a:lnSpc>
              <a:spcBef>
                <a:spcPts val="0"/>
              </a:spcBef>
              <a:spcAft>
                <a:spcPts val="0"/>
              </a:spcAft>
              <a:buSzPts val="3800"/>
              <a:buNone/>
              <a:defRPr sz="3800"/>
            </a:lvl8pPr>
            <a:lvl9pPr lvl="8" algn="ctr">
              <a:lnSpc>
                <a:spcPct val="100000"/>
              </a:lnSpc>
              <a:spcBef>
                <a:spcPts val="0"/>
              </a:spcBef>
              <a:spcAft>
                <a:spcPts val="0"/>
              </a:spcAft>
              <a:buSzPts val="3800"/>
              <a:buNone/>
              <a:defRPr sz="3800"/>
            </a:lvl9pPr>
          </a:lstStyle>
          <a:p/>
        </p:txBody>
      </p:sp>
      <p:sp>
        <p:nvSpPr>
          <p:cNvPr id="78" name="Google Shape;78;p25"/>
          <p:cNvSpPr txBox="1"/>
          <p:nvPr>
            <p:ph idx="1" type="subTitle"/>
          </p:nvPr>
        </p:nvSpPr>
        <p:spPr>
          <a:xfrm>
            <a:off x="265500" y="2769001"/>
            <a:ext cx="4045200" cy="13455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79" name="Google Shape;79;p25"/>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0"/>
              </a:spcBef>
              <a:spcAft>
                <a:spcPts val="0"/>
              </a:spcAft>
              <a:buClr>
                <a:schemeClr val="lt1"/>
              </a:buClr>
              <a:buSzPts val="1400"/>
              <a:buChar char="○"/>
              <a:defRPr>
                <a:solidFill>
                  <a:schemeClr val="lt1"/>
                </a:solidFill>
              </a:defRPr>
            </a:lvl2pPr>
            <a:lvl3pPr indent="-317500" lvl="2" marL="1371600" algn="l">
              <a:lnSpc>
                <a:spcPct val="115000"/>
              </a:lnSpc>
              <a:spcBef>
                <a:spcPts val="0"/>
              </a:spcBef>
              <a:spcAft>
                <a:spcPts val="0"/>
              </a:spcAft>
              <a:buClr>
                <a:schemeClr val="lt1"/>
              </a:buClr>
              <a:buSzPts val="1400"/>
              <a:buChar char="■"/>
              <a:defRPr>
                <a:solidFill>
                  <a:schemeClr val="lt1"/>
                </a:solidFill>
              </a:defRPr>
            </a:lvl3pPr>
            <a:lvl4pPr indent="-317500" lvl="3" marL="1828800" algn="l">
              <a:lnSpc>
                <a:spcPct val="115000"/>
              </a:lnSpc>
              <a:spcBef>
                <a:spcPts val="0"/>
              </a:spcBef>
              <a:spcAft>
                <a:spcPts val="0"/>
              </a:spcAft>
              <a:buClr>
                <a:schemeClr val="lt1"/>
              </a:buClr>
              <a:buSzPts val="1400"/>
              <a:buChar char="●"/>
              <a:defRPr>
                <a:solidFill>
                  <a:schemeClr val="lt1"/>
                </a:solidFill>
              </a:defRPr>
            </a:lvl4pPr>
            <a:lvl5pPr indent="-317500" lvl="4" marL="2286000" algn="l">
              <a:lnSpc>
                <a:spcPct val="115000"/>
              </a:lnSpc>
              <a:spcBef>
                <a:spcPts val="0"/>
              </a:spcBef>
              <a:spcAft>
                <a:spcPts val="0"/>
              </a:spcAft>
              <a:buClr>
                <a:schemeClr val="lt1"/>
              </a:buClr>
              <a:buSzPts val="1400"/>
              <a:buChar char="○"/>
              <a:defRPr>
                <a:solidFill>
                  <a:schemeClr val="lt1"/>
                </a:solidFill>
              </a:defRPr>
            </a:lvl5pPr>
            <a:lvl6pPr indent="-317500" lvl="5" marL="2743200" algn="l">
              <a:lnSpc>
                <a:spcPct val="115000"/>
              </a:lnSpc>
              <a:spcBef>
                <a:spcPts val="0"/>
              </a:spcBef>
              <a:spcAft>
                <a:spcPts val="0"/>
              </a:spcAft>
              <a:buClr>
                <a:schemeClr val="lt1"/>
              </a:buClr>
              <a:buSzPts val="1400"/>
              <a:buChar char="■"/>
              <a:defRPr>
                <a:solidFill>
                  <a:schemeClr val="lt1"/>
                </a:solidFill>
              </a:defRPr>
            </a:lvl6pPr>
            <a:lvl7pPr indent="-317500" lvl="6" marL="3200400" algn="l">
              <a:lnSpc>
                <a:spcPct val="115000"/>
              </a:lnSpc>
              <a:spcBef>
                <a:spcPts val="0"/>
              </a:spcBef>
              <a:spcAft>
                <a:spcPts val="0"/>
              </a:spcAft>
              <a:buClr>
                <a:schemeClr val="lt1"/>
              </a:buClr>
              <a:buSzPts val="1400"/>
              <a:buChar char="●"/>
              <a:defRPr>
                <a:solidFill>
                  <a:schemeClr val="lt1"/>
                </a:solidFill>
              </a:defRPr>
            </a:lvl7pPr>
            <a:lvl8pPr indent="-317500" lvl="7" marL="3657600" algn="l">
              <a:lnSpc>
                <a:spcPct val="115000"/>
              </a:lnSpc>
              <a:spcBef>
                <a:spcPts val="0"/>
              </a:spcBef>
              <a:spcAft>
                <a:spcPts val="0"/>
              </a:spcAft>
              <a:buClr>
                <a:schemeClr val="lt1"/>
              </a:buClr>
              <a:buSzPts val="1400"/>
              <a:buChar char="○"/>
              <a:defRPr>
                <a:solidFill>
                  <a:schemeClr val="lt1"/>
                </a:solidFill>
              </a:defRPr>
            </a:lvl8pPr>
            <a:lvl9pPr indent="-317500" lvl="8" marL="4114800" algn="l">
              <a:lnSpc>
                <a:spcPct val="115000"/>
              </a:lnSpc>
              <a:spcBef>
                <a:spcPts val="0"/>
              </a:spcBef>
              <a:spcAft>
                <a:spcPts val="0"/>
              </a:spcAft>
              <a:buClr>
                <a:schemeClr val="lt1"/>
              </a:buClr>
              <a:buSzPts val="1400"/>
              <a:buChar char="■"/>
              <a:defRPr>
                <a:solidFill>
                  <a:schemeClr val="lt1"/>
                </a:solidFill>
              </a:defRPr>
            </a:lvl9pPr>
          </a:lstStyle>
          <a:p/>
        </p:txBody>
      </p:sp>
      <p:sp>
        <p:nvSpPr>
          <p:cNvPr id="80" name="Google Shape;80;p25"/>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indent="0" lvl="0" marL="0" marR="0" algn="r">
              <a:spcBef>
                <a:spcPts val="0"/>
              </a:spcBef>
              <a:spcAft>
                <a:spcPts val="0"/>
              </a:spcAft>
              <a:buClr>
                <a:schemeClr val="lt1"/>
              </a:buClr>
              <a:buSzPts val="1000"/>
              <a:buFont typeface="Arial"/>
              <a:buNone/>
              <a:defRPr b="0" i="0" sz="1000" u="none" cap="none" strike="noStrike">
                <a:solidFill>
                  <a:schemeClr val="lt1"/>
                </a:solidFill>
                <a:latin typeface="Arial"/>
                <a:ea typeface="Arial"/>
                <a:cs typeface="Arial"/>
                <a:sym typeface="Arial"/>
              </a:defRPr>
            </a:lvl1pPr>
            <a:lvl2pPr indent="0" lvl="1" marL="0" marR="0" algn="r">
              <a:spcBef>
                <a:spcPts val="0"/>
              </a:spcBef>
              <a:spcAft>
                <a:spcPts val="0"/>
              </a:spcAft>
              <a:buClr>
                <a:schemeClr val="lt1"/>
              </a:buClr>
              <a:buSzPts val="1000"/>
              <a:buFont typeface="Arial"/>
              <a:buNone/>
              <a:defRPr b="0" i="0" sz="1000" u="none" cap="none" strike="noStrike">
                <a:solidFill>
                  <a:schemeClr val="lt1"/>
                </a:solidFill>
                <a:latin typeface="Arial"/>
                <a:ea typeface="Arial"/>
                <a:cs typeface="Arial"/>
                <a:sym typeface="Arial"/>
              </a:defRPr>
            </a:lvl2pPr>
            <a:lvl3pPr indent="0" lvl="2" marL="0" marR="0" algn="r">
              <a:spcBef>
                <a:spcPts val="0"/>
              </a:spcBef>
              <a:spcAft>
                <a:spcPts val="0"/>
              </a:spcAft>
              <a:buClr>
                <a:schemeClr val="lt1"/>
              </a:buClr>
              <a:buSzPts val="1000"/>
              <a:buFont typeface="Arial"/>
              <a:buNone/>
              <a:defRPr b="0" i="0" sz="1000" u="none" cap="none" strike="noStrike">
                <a:solidFill>
                  <a:schemeClr val="lt1"/>
                </a:solidFill>
                <a:latin typeface="Arial"/>
                <a:ea typeface="Arial"/>
                <a:cs typeface="Arial"/>
                <a:sym typeface="Arial"/>
              </a:defRPr>
            </a:lvl3pPr>
            <a:lvl4pPr indent="0" lvl="3" marL="0" marR="0" algn="r">
              <a:spcBef>
                <a:spcPts val="0"/>
              </a:spcBef>
              <a:spcAft>
                <a:spcPts val="0"/>
              </a:spcAft>
              <a:buClr>
                <a:schemeClr val="lt1"/>
              </a:buClr>
              <a:buSzPts val="1000"/>
              <a:buFont typeface="Arial"/>
              <a:buNone/>
              <a:defRPr b="0" i="0" sz="1000" u="none" cap="none" strike="noStrike">
                <a:solidFill>
                  <a:schemeClr val="lt1"/>
                </a:solidFill>
                <a:latin typeface="Arial"/>
                <a:ea typeface="Arial"/>
                <a:cs typeface="Arial"/>
                <a:sym typeface="Arial"/>
              </a:defRPr>
            </a:lvl4pPr>
            <a:lvl5pPr indent="0" lvl="4" marL="0" marR="0" algn="r">
              <a:spcBef>
                <a:spcPts val="0"/>
              </a:spcBef>
              <a:spcAft>
                <a:spcPts val="0"/>
              </a:spcAft>
              <a:buClr>
                <a:schemeClr val="lt1"/>
              </a:buClr>
              <a:buSzPts val="1000"/>
              <a:buFont typeface="Arial"/>
              <a:buNone/>
              <a:defRPr b="0" i="0" sz="1000" u="none" cap="none" strike="noStrike">
                <a:solidFill>
                  <a:schemeClr val="lt1"/>
                </a:solidFill>
                <a:latin typeface="Arial"/>
                <a:ea typeface="Arial"/>
                <a:cs typeface="Arial"/>
                <a:sym typeface="Arial"/>
              </a:defRPr>
            </a:lvl5pPr>
            <a:lvl6pPr indent="0" lvl="5" marL="0" marR="0" algn="r">
              <a:spcBef>
                <a:spcPts val="0"/>
              </a:spcBef>
              <a:spcAft>
                <a:spcPts val="0"/>
              </a:spcAft>
              <a:buClr>
                <a:schemeClr val="lt1"/>
              </a:buClr>
              <a:buSzPts val="1000"/>
              <a:buFont typeface="Arial"/>
              <a:buNone/>
              <a:defRPr b="0" i="0" sz="1000" u="none" cap="none" strike="noStrike">
                <a:solidFill>
                  <a:schemeClr val="lt1"/>
                </a:solidFill>
                <a:latin typeface="Arial"/>
                <a:ea typeface="Arial"/>
                <a:cs typeface="Arial"/>
                <a:sym typeface="Arial"/>
              </a:defRPr>
            </a:lvl6pPr>
            <a:lvl7pPr indent="0" lvl="6" marL="0" marR="0" algn="r">
              <a:spcBef>
                <a:spcPts val="0"/>
              </a:spcBef>
              <a:spcAft>
                <a:spcPts val="0"/>
              </a:spcAft>
              <a:buClr>
                <a:schemeClr val="lt1"/>
              </a:buClr>
              <a:buSzPts val="1000"/>
              <a:buFont typeface="Arial"/>
              <a:buNone/>
              <a:defRPr b="0" i="0" sz="1000" u="none" cap="none" strike="noStrike">
                <a:solidFill>
                  <a:schemeClr val="lt1"/>
                </a:solidFill>
                <a:latin typeface="Arial"/>
                <a:ea typeface="Arial"/>
                <a:cs typeface="Arial"/>
                <a:sym typeface="Arial"/>
              </a:defRPr>
            </a:lvl7pPr>
            <a:lvl8pPr indent="0" lvl="7" marL="0" marR="0" algn="r">
              <a:spcBef>
                <a:spcPts val="0"/>
              </a:spcBef>
              <a:spcAft>
                <a:spcPts val="0"/>
              </a:spcAft>
              <a:buClr>
                <a:schemeClr val="lt1"/>
              </a:buClr>
              <a:buSzPts val="1000"/>
              <a:buFont typeface="Arial"/>
              <a:buNone/>
              <a:defRPr b="0" i="0" sz="1000" u="none" cap="none" strike="noStrike">
                <a:solidFill>
                  <a:schemeClr val="lt1"/>
                </a:solidFill>
                <a:latin typeface="Arial"/>
                <a:ea typeface="Arial"/>
                <a:cs typeface="Arial"/>
                <a:sym typeface="Arial"/>
              </a:defRPr>
            </a:lvl8pPr>
            <a:lvl9pPr indent="0" lvl="8" marL="0" marR="0" algn="r">
              <a:spcBef>
                <a:spcPts val="0"/>
              </a:spcBef>
              <a:spcAft>
                <a:spcPts val="0"/>
              </a:spcAft>
              <a:buClr>
                <a:schemeClr val="lt1"/>
              </a:buClr>
              <a:buSzPts val="1000"/>
              <a:buFont typeface="Arial"/>
              <a:buNone/>
              <a:defRPr b="0" i="0" sz="10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1" name="Shape 81"/>
        <p:cNvGrpSpPr/>
        <p:nvPr/>
      </p:nvGrpSpPr>
      <p:grpSpPr>
        <a:xfrm>
          <a:off x="0" y="0"/>
          <a:ext cx="0" cy="0"/>
          <a:chOff x="0" y="0"/>
          <a:chExt cx="0" cy="0"/>
        </a:xfrm>
      </p:grpSpPr>
      <p:sp>
        <p:nvSpPr>
          <p:cNvPr id="82" name="Google Shape;82;p26"/>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2100"/>
              <a:buNone/>
              <a:defRPr sz="2100"/>
            </a:lvl1pPr>
          </a:lstStyle>
          <a:p/>
        </p:txBody>
      </p:sp>
      <p:sp>
        <p:nvSpPr>
          <p:cNvPr id="83" name="Google Shape;83;p26"/>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indent="0" lvl="0" marL="0" marR="0" algn="r">
              <a:spcBef>
                <a:spcPts val="0"/>
              </a:spcBef>
              <a:spcAft>
                <a:spcPts val="0"/>
              </a:spcAft>
              <a:buClr>
                <a:schemeClr val="lt2"/>
              </a:buClr>
              <a:buSzPts val="1000"/>
              <a:buFont typeface="Arial"/>
              <a:buNone/>
              <a:defRPr b="0" i="0" sz="1000" u="none" cap="none" strike="noStrike">
                <a:solidFill>
                  <a:schemeClr val="lt2"/>
                </a:solidFill>
                <a:latin typeface="Arial"/>
                <a:ea typeface="Arial"/>
                <a:cs typeface="Arial"/>
                <a:sym typeface="Arial"/>
              </a:defRPr>
            </a:lvl1pPr>
            <a:lvl2pPr indent="0" lvl="1" marL="0" marR="0" algn="r">
              <a:spcBef>
                <a:spcPts val="0"/>
              </a:spcBef>
              <a:spcAft>
                <a:spcPts val="0"/>
              </a:spcAft>
              <a:buClr>
                <a:schemeClr val="lt2"/>
              </a:buClr>
              <a:buSzPts val="1000"/>
              <a:buFont typeface="Arial"/>
              <a:buNone/>
              <a:defRPr b="0" i="0" sz="1000" u="none" cap="none" strike="noStrike">
                <a:solidFill>
                  <a:schemeClr val="lt2"/>
                </a:solidFill>
                <a:latin typeface="Arial"/>
                <a:ea typeface="Arial"/>
                <a:cs typeface="Arial"/>
                <a:sym typeface="Arial"/>
              </a:defRPr>
            </a:lvl2pPr>
            <a:lvl3pPr indent="0" lvl="2" marL="0" marR="0" algn="r">
              <a:spcBef>
                <a:spcPts val="0"/>
              </a:spcBef>
              <a:spcAft>
                <a:spcPts val="0"/>
              </a:spcAft>
              <a:buClr>
                <a:schemeClr val="lt2"/>
              </a:buClr>
              <a:buSzPts val="1000"/>
              <a:buFont typeface="Arial"/>
              <a:buNone/>
              <a:defRPr b="0" i="0" sz="1000" u="none" cap="none" strike="noStrike">
                <a:solidFill>
                  <a:schemeClr val="lt2"/>
                </a:solidFill>
                <a:latin typeface="Arial"/>
                <a:ea typeface="Arial"/>
                <a:cs typeface="Arial"/>
                <a:sym typeface="Arial"/>
              </a:defRPr>
            </a:lvl3pPr>
            <a:lvl4pPr indent="0" lvl="3" marL="0" marR="0" algn="r">
              <a:spcBef>
                <a:spcPts val="0"/>
              </a:spcBef>
              <a:spcAft>
                <a:spcPts val="0"/>
              </a:spcAft>
              <a:buClr>
                <a:schemeClr val="lt2"/>
              </a:buClr>
              <a:buSzPts val="1000"/>
              <a:buFont typeface="Arial"/>
              <a:buNone/>
              <a:defRPr b="0" i="0" sz="1000" u="none" cap="none" strike="noStrike">
                <a:solidFill>
                  <a:schemeClr val="lt2"/>
                </a:solidFill>
                <a:latin typeface="Arial"/>
                <a:ea typeface="Arial"/>
                <a:cs typeface="Arial"/>
                <a:sym typeface="Arial"/>
              </a:defRPr>
            </a:lvl4pPr>
            <a:lvl5pPr indent="0" lvl="4" marL="0" marR="0" algn="r">
              <a:spcBef>
                <a:spcPts val="0"/>
              </a:spcBef>
              <a:spcAft>
                <a:spcPts val="0"/>
              </a:spcAft>
              <a:buClr>
                <a:schemeClr val="lt2"/>
              </a:buClr>
              <a:buSzPts val="1000"/>
              <a:buFont typeface="Arial"/>
              <a:buNone/>
              <a:defRPr b="0" i="0" sz="1000" u="none" cap="none" strike="noStrike">
                <a:solidFill>
                  <a:schemeClr val="lt2"/>
                </a:solidFill>
                <a:latin typeface="Arial"/>
                <a:ea typeface="Arial"/>
                <a:cs typeface="Arial"/>
                <a:sym typeface="Arial"/>
              </a:defRPr>
            </a:lvl5pPr>
            <a:lvl6pPr indent="0" lvl="5" marL="0" marR="0" algn="r">
              <a:spcBef>
                <a:spcPts val="0"/>
              </a:spcBef>
              <a:spcAft>
                <a:spcPts val="0"/>
              </a:spcAft>
              <a:buClr>
                <a:schemeClr val="lt2"/>
              </a:buClr>
              <a:buSzPts val="1000"/>
              <a:buFont typeface="Arial"/>
              <a:buNone/>
              <a:defRPr b="0" i="0" sz="1000" u="none" cap="none" strike="noStrike">
                <a:solidFill>
                  <a:schemeClr val="lt2"/>
                </a:solidFill>
                <a:latin typeface="Arial"/>
                <a:ea typeface="Arial"/>
                <a:cs typeface="Arial"/>
                <a:sym typeface="Arial"/>
              </a:defRPr>
            </a:lvl6pPr>
            <a:lvl7pPr indent="0" lvl="6" marL="0" marR="0" algn="r">
              <a:spcBef>
                <a:spcPts val="0"/>
              </a:spcBef>
              <a:spcAft>
                <a:spcPts val="0"/>
              </a:spcAft>
              <a:buClr>
                <a:schemeClr val="lt2"/>
              </a:buClr>
              <a:buSzPts val="1000"/>
              <a:buFont typeface="Arial"/>
              <a:buNone/>
              <a:defRPr b="0" i="0" sz="1000" u="none" cap="none" strike="noStrike">
                <a:solidFill>
                  <a:schemeClr val="lt2"/>
                </a:solidFill>
                <a:latin typeface="Arial"/>
                <a:ea typeface="Arial"/>
                <a:cs typeface="Arial"/>
                <a:sym typeface="Arial"/>
              </a:defRPr>
            </a:lvl7pPr>
            <a:lvl8pPr indent="0" lvl="7" marL="0" marR="0" algn="r">
              <a:spcBef>
                <a:spcPts val="0"/>
              </a:spcBef>
              <a:spcAft>
                <a:spcPts val="0"/>
              </a:spcAft>
              <a:buClr>
                <a:schemeClr val="lt2"/>
              </a:buClr>
              <a:buSzPts val="1000"/>
              <a:buFont typeface="Arial"/>
              <a:buNone/>
              <a:defRPr b="0" i="0" sz="1000" u="none" cap="none" strike="noStrike">
                <a:solidFill>
                  <a:schemeClr val="lt2"/>
                </a:solidFill>
                <a:latin typeface="Arial"/>
                <a:ea typeface="Arial"/>
                <a:cs typeface="Arial"/>
                <a:sym typeface="Arial"/>
              </a:defRPr>
            </a:lvl8pPr>
            <a:lvl9pPr indent="0" lvl="8" marL="0" marR="0" algn="r">
              <a:spcBef>
                <a:spcPts val="0"/>
              </a:spcBef>
              <a:spcAft>
                <a:spcPts val="0"/>
              </a:spcAft>
              <a:buClr>
                <a:schemeClr val="lt2"/>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4" name="Shape 84"/>
        <p:cNvGrpSpPr/>
        <p:nvPr/>
      </p:nvGrpSpPr>
      <p:grpSpPr>
        <a:xfrm>
          <a:off x="0" y="0"/>
          <a:ext cx="0" cy="0"/>
          <a:chOff x="0" y="0"/>
          <a:chExt cx="0" cy="0"/>
        </a:xfrm>
      </p:grpSpPr>
      <p:sp>
        <p:nvSpPr>
          <p:cNvPr id="85" name="Google Shape;85;p27"/>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27"/>
          <p:cNvSpPr txBox="1"/>
          <p:nvPr>
            <p:ph hasCustomPrompt="1" type="title"/>
          </p:nvPr>
        </p:nvSpPr>
        <p:spPr>
          <a:xfrm>
            <a:off x="311700" y="743001"/>
            <a:ext cx="8520600" cy="20064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Font typeface="Arial"/>
              <a:buNone/>
              <a:defRPr sz="12000">
                <a:latin typeface="Arial"/>
                <a:ea typeface="Arial"/>
                <a:cs typeface="Arial"/>
                <a:sym typeface="Arial"/>
              </a:defRPr>
            </a:lvl1pPr>
            <a:lvl2pPr lvl="1" algn="ctr">
              <a:lnSpc>
                <a:spcPct val="100000"/>
              </a:lnSpc>
              <a:spcBef>
                <a:spcPts val="0"/>
              </a:spcBef>
              <a:spcAft>
                <a:spcPts val="0"/>
              </a:spcAft>
              <a:buSzPts val="12000"/>
              <a:buFont typeface="Arial"/>
              <a:buNone/>
              <a:defRPr sz="12000">
                <a:latin typeface="Arial"/>
                <a:ea typeface="Arial"/>
                <a:cs typeface="Arial"/>
                <a:sym typeface="Arial"/>
              </a:defRPr>
            </a:lvl2pPr>
            <a:lvl3pPr lvl="2" algn="ctr">
              <a:lnSpc>
                <a:spcPct val="100000"/>
              </a:lnSpc>
              <a:spcBef>
                <a:spcPts val="0"/>
              </a:spcBef>
              <a:spcAft>
                <a:spcPts val="0"/>
              </a:spcAft>
              <a:buSzPts val="12000"/>
              <a:buFont typeface="Arial"/>
              <a:buNone/>
              <a:defRPr sz="12000">
                <a:latin typeface="Arial"/>
                <a:ea typeface="Arial"/>
                <a:cs typeface="Arial"/>
                <a:sym typeface="Arial"/>
              </a:defRPr>
            </a:lvl3pPr>
            <a:lvl4pPr lvl="3" algn="ctr">
              <a:lnSpc>
                <a:spcPct val="100000"/>
              </a:lnSpc>
              <a:spcBef>
                <a:spcPts val="0"/>
              </a:spcBef>
              <a:spcAft>
                <a:spcPts val="0"/>
              </a:spcAft>
              <a:buSzPts val="12000"/>
              <a:buFont typeface="Arial"/>
              <a:buNone/>
              <a:defRPr sz="12000">
                <a:latin typeface="Arial"/>
                <a:ea typeface="Arial"/>
                <a:cs typeface="Arial"/>
                <a:sym typeface="Arial"/>
              </a:defRPr>
            </a:lvl4pPr>
            <a:lvl5pPr lvl="4" algn="ctr">
              <a:lnSpc>
                <a:spcPct val="100000"/>
              </a:lnSpc>
              <a:spcBef>
                <a:spcPts val="0"/>
              </a:spcBef>
              <a:spcAft>
                <a:spcPts val="0"/>
              </a:spcAft>
              <a:buSzPts val="12000"/>
              <a:buFont typeface="Arial"/>
              <a:buNone/>
              <a:defRPr sz="12000">
                <a:latin typeface="Arial"/>
                <a:ea typeface="Arial"/>
                <a:cs typeface="Arial"/>
                <a:sym typeface="Arial"/>
              </a:defRPr>
            </a:lvl5pPr>
            <a:lvl6pPr lvl="5" algn="ctr">
              <a:lnSpc>
                <a:spcPct val="100000"/>
              </a:lnSpc>
              <a:spcBef>
                <a:spcPts val="0"/>
              </a:spcBef>
              <a:spcAft>
                <a:spcPts val="0"/>
              </a:spcAft>
              <a:buSzPts val="12000"/>
              <a:buFont typeface="Arial"/>
              <a:buNone/>
              <a:defRPr sz="12000">
                <a:latin typeface="Arial"/>
                <a:ea typeface="Arial"/>
                <a:cs typeface="Arial"/>
                <a:sym typeface="Arial"/>
              </a:defRPr>
            </a:lvl6pPr>
            <a:lvl7pPr lvl="6" algn="ctr">
              <a:lnSpc>
                <a:spcPct val="100000"/>
              </a:lnSpc>
              <a:spcBef>
                <a:spcPts val="0"/>
              </a:spcBef>
              <a:spcAft>
                <a:spcPts val="0"/>
              </a:spcAft>
              <a:buSzPts val="12000"/>
              <a:buFont typeface="Arial"/>
              <a:buNone/>
              <a:defRPr sz="12000">
                <a:latin typeface="Arial"/>
                <a:ea typeface="Arial"/>
                <a:cs typeface="Arial"/>
                <a:sym typeface="Arial"/>
              </a:defRPr>
            </a:lvl7pPr>
            <a:lvl8pPr lvl="7" algn="ctr">
              <a:lnSpc>
                <a:spcPct val="100000"/>
              </a:lnSpc>
              <a:spcBef>
                <a:spcPts val="0"/>
              </a:spcBef>
              <a:spcAft>
                <a:spcPts val="0"/>
              </a:spcAft>
              <a:buSzPts val="12000"/>
              <a:buFont typeface="Arial"/>
              <a:buNone/>
              <a:defRPr sz="12000">
                <a:latin typeface="Arial"/>
                <a:ea typeface="Arial"/>
                <a:cs typeface="Arial"/>
                <a:sym typeface="Arial"/>
              </a:defRPr>
            </a:lvl8pPr>
            <a:lvl9pPr lvl="8" algn="ctr">
              <a:lnSpc>
                <a:spcPct val="100000"/>
              </a:lnSpc>
              <a:spcBef>
                <a:spcPts val="0"/>
              </a:spcBef>
              <a:spcAft>
                <a:spcPts val="0"/>
              </a:spcAft>
              <a:buSzPts val="12000"/>
              <a:buFont typeface="Arial"/>
              <a:buNone/>
              <a:defRPr sz="12000">
                <a:latin typeface="Arial"/>
                <a:ea typeface="Arial"/>
                <a:cs typeface="Arial"/>
                <a:sym typeface="Arial"/>
              </a:defRPr>
            </a:lvl9pPr>
          </a:lstStyle>
          <a:p>
            <a:r>
              <a:t>xx%</a:t>
            </a:r>
          </a:p>
        </p:txBody>
      </p:sp>
      <p:sp>
        <p:nvSpPr>
          <p:cNvPr id="87" name="Google Shape;87;p27"/>
          <p:cNvSpPr txBox="1"/>
          <p:nvPr>
            <p:ph idx="1" type="body"/>
          </p:nvPr>
        </p:nvSpPr>
        <p:spPr>
          <a:xfrm>
            <a:off x="311700" y="2845182"/>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Clr>
                <a:schemeClr val="lt1"/>
              </a:buClr>
              <a:buSzPts val="1800"/>
              <a:buChar char="●"/>
              <a:defRPr>
                <a:solidFill>
                  <a:schemeClr val="lt1"/>
                </a:solidFill>
              </a:defRPr>
            </a:lvl1pPr>
            <a:lvl2pPr indent="-317500" lvl="1" marL="914400" algn="ctr">
              <a:lnSpc>
                <a:spcPct val="115000"/>
              </a:lnSpc>
              <a:spcBef>
                <a:spcPts val="0"/>
              </a:spcBef>
              <a:spcAft>
                <a:spcPts val="0"/>
              </a:spcAft>
              <a:buClr>
                <a:schemeClr val="lt1"/>
              </a:buClr>
              <a:buSzPts val="1400"/>
              <a:buChar char="○"/>
              <a:defRPr>
                <a:solidFill>
                  <a:schemeClr val="lt1"/>
                </a:solidFill>
              </a:defRPr>
            </a:lvl2pPr>
            <a:lvl3pPr indent="-317500" lvl="2" marL="1371600" algn="ctr">
              <a:lnSpc>
                <a:spcPct val="115000"/>
              </a:lnSpc>
              <a:spcBef>
                <a:spcPts val="0"/>
              </a:spcBef>
              <a:spcAft>
                <a:spcPts val="0"/>
              </a:spcAft>
              <a:buClr>
                <a:schemeClr val="lt1"/>
              </a:buClr>
              <a:buSzPts val="1400"/>
              <a:buChar char="■"/>
              <a:defRPr>
                <a:solidFill>
                  <a:schemeClr val="lt1"/>
                </a:solidFill>
              </a:defRPr>
            </a:lvl3pPr>
            <a:lvl4pPr indent="-317500" lvl="3" marL="1828800" algn="ctr">
              <a:lnSpc>
                <a:spcPct val="115000"/>
              </a:lnSpc>
              <a:spcBef>
                <a:spcPts val="0"/>
              </a:spcBef>
              <a:spcAft>
                <a:spcPts val="0"/>
              </a:spcAft>
              <a:buClr>
                <a:schemeClr val="lt1"/>
              </a:buClr>
              <a:buSzPts val="1400"/>
              <a:buChar char="●"/>
              <a:defRPr>
                <a:solidFill>
                  <a:schemeClr val="lt1"/>
                </a:solidFill>
              </a:defRPr>
            </a:lvl4pPr>
            <a:lvl5pPr indent="-317500" lvl="4" marL="2286000" algn="ctr">
              <a:lnSpc>
                <a:spcPct val="115000"/>
              </a:lnSpc>
              <a:spcBef>
                <a:spcPts val="0"/>
              </a:spcBef>
              <a:spcAft>
                <a:spcPts val="0"/>
              </a:spcAft>
              <a:buClr>
                <a:schemeClr val="lt1"/>
              </a:buClr>
              <a:buSzPts val="1400"/>
              <a:buChar char="○"/>
              <a:defRPr>
                <a:solidFill>
                  <a:schemeClr val="lt1"/>
                </a:solidFill>
              </a:defRPr>
            </a:lvl5pPr>
            <a:lvl6pPr indent="-317500" lvl="5" marL="2743200" algn="ctr">
              <a:lnSpc>
                <a:spcPct val="115000"/>
              </a:lnSpc>
              <a:spcBef>
                <a:spcPts val="0"/>
              </a:spcBef>
              <a:spcAft>
                <a:spcPts val="0"/>
              </a:spcAft>
              <a:buClr>
                <a:schemeClr val="lt1"/>
              </a:buClr>
              <a:buSzPts val="1400"/>
              <a:buChar char="■"/>
              <a:defRPr>
                <a:solidFill>
                  <a:schemeClr val="lt1"/>
                </a:solidFill>
              </a:defRPr>
            </a:lvl6pPr>
            <a:lvl7pPr indent="-317500" lvl="6" marL="3200400" algn="ctr">
              <a:lnSpc>
                <a:spcPct val="115000"/>
              </a:lnSpc>
              <a:spcBef>
                <a:spcPts val="0"/>
              </a:spcBef>
              <a:spcAft>
                <a:spcPts val="0"/>
              </a:spcAft>
              <a:buClr>
                <a:schemeClr val="lt1"/>
              </a:buClr>
              <a:buSzPts val="1400"/>
              <a:buChar char="●"/>
              <a:defRPr>
                <a:solidFill>
                  <a:schemeClr val="lt1"/>
                </a:solidFill>
              </a:defRPr>
            </a:lvl7pPr>
            <a:lvl8pPr indent="-317500" lvl="7" marL="3657600" algn="ctr">
              <a:lnSpc>
                <a:spcPct val="115000"/>
              </a:lnSpc>
              <a:spcBef>
                <a:spcPts val="0"/>
              </a:spcBef>
              <a:spcAft>
                <a:spcPts val="0"/>
              </a:spcAft>
              <a:buClr>
                <a:schemeClr val="lt1"/>
              </a:buClr>
              <a:buSzPts val="1400"/>
              <a:buChar char="○"/>
              <a:defRPr>
                <a:solidFill>
                  <a:schemeClr val="lt1"/>
                </a:solidFill>
              </a:defRPr>
            </a:lvl8pPr>
            <a:lvl9pPr indent="-317500" lvl="8" marL="4114800" algn="ctr">
              <a:lnSpc>
                <a:spcPct val="115000"/>
              </a:lnSpc>
              <a:spcBef>
                <a:spcPts val="0"/>
              </a:spcBef>
              <a:spcAft>
                <a:spcPts val="0"/>
              </a:spcAft>
              <a:buClr>
                <a:schemeClr val="lt1"/>
              </a:buClr>
              <a:buSzPts val="1400"/>
              <a:buChar char="■"/>
              <a:defRPr>
                <a:solidFill>
                  <a:schemeClr val="lt1"/>
                </a:solidFill>
              </a:defRPr>
            </a:lvl9pPr>
          </a:lstStyle>
          <a:p/>
        </p:txBody>
      </p:sp>
      <p:sp>
        <p:nvSpPr>
          <p:cNvPr id="88" name="Google Shape;88;p27"/>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indent="0" lvl="0" marL="0" marR="0" algn="r">
              <a:spcBef>
                <a:spcPts val="0"/>
              </a:spcBef>
              <a:spcAft>
                <a:spcPts val="0"/>
              </a:spcAft>
              <a:buClr>
                <a:schemeClr val="lt1"/>
              </a:buClr>
              <a:buSzPts val="1000"/>
              <a:buFont typeface="Arial"/>
              <a:buNone/>
              <a:defRPr b="0" i="0" sz="1000" u="none" cap="none" strike="noStrike">
                <a:solidFill>
                  <a:schemeClr val="lt1"/>
                </a:solidFill>
                <a:latin typeface="Arial"/>
                <a:ea typeface="Arial"/>
                <a:cs typeface="Arial"/>
                <a:sym typeface="Arial"/>
              </a:defRPr>
            </a:lvl1pPr>
            <a:lvl2pPr indent="0" lvl="1" marL="0" marR="0" algn="r">
              <a:spcBef>
                <a:spcPts val="0"/>
              </a:spcBef>
              <a:spcAft>
                <a:spcPts val="0"/>
              </a:spcAft>
              <a:buClr>
                <a:schemeClr val="lt1"/>
              </a:buClr>
              <a:buSzPts val="1000"/>
              <a:buFont typeface="Arial"/>
              <a:buNone/>
              <a:defRPr b="0" i="0" sz="1000" u="none" cap="none" strike="noStrike">
                <a:solidFill>
                  <a:schemeClr val="lt1"/>
                </a:solidFill>
                <a:latin typeface="Arial"/>
                <a:ea typeface="Arial"/>
                <a:cs typeface="Arial"/>
                <a:sym typeface="Arial"/>
              </a:defRPr>
            </a:lvl2pPr>
            <a:lvl3pPr indent="0" lvl="2" marL="0" marR="0" algn="r">
              <a:spcBef>
                <a:spcPts val="0"/>
              </a:spcBef>
              <a:spcAft>
                <a:spcPts val="0"/>
              </a:spcAft>
              <a:buClr>
                <a:schemeClr val="lt1"/>
              </a:buClr>
              <a:buSzPts val="1000"/>
              <a:buFont typeface="Arial"/>
              <a:buNone/>
              <a:defRPr b="0" i="0" sz="1000" u="none" cap="none" strike="noStrike">
                <a:solidFill>
                  <a:schemeClr val="lt1"/>
                </a:solidFill>
                <a:latin typeface="Arial"/>
                <a:ea typeface="Arial"/>
                <a:cs typeface="Arial"/>
                <a:sym typeface="Arial"/>
              </a:defRPr>
            </a:lvl3pPr>
            <a:lvl4pPr indent="0" lvl="3" marL="0" marR="0" algn="r">
              <a:spcBef>
                <a:spcPts val="0"/>
              </a:spcBef>
              <a:spcAft>
                <a:spcPts val="0"/>
              </a:spcAft>
              <a:buClr>
                <a:schemeClr val="lt1"/>
              </a:buClr>
              <a:buSzPts val="1000"/>
              <a:buFont typeface="Arial"/>
              <a:buNone/>
              <a:defRPr b="0" i="0" sz="1000" u="none" cap="none" strike="noStrike">
                <a:solidFill>
                  <a:schemeClr val="lt1"/>
                </a:solidFill>
                <a:latin typeface="Arial"/>
                <a:ea typeface="Arial"/>
                <a:cs typeface="Arial"/>
                <a:sym typeface="Arial"/>
              </a:defRPr>
            </a:lvl4pPr>
            <a:lvl5pPr indent="0" lvl="4" marL="0" marR="0" algn="r">
              <a:spcBef>
                <a:spcPts val="0"/>
              </a:spcBef>
              <a:spcAft>
                <a:spcPts val="0"/>
              </a:spcAft>
              <a:buClr>
                <a:schemeClr val="lt1"/>
              </a:buClr>
              <a:buSzPts val="1000"/>
              <a:buFont typeface="Arial"/>
              <a:buNone/>
              <a:defRPr b="0" i="0" sz="1000" u="none" cap="none" strike="noStrike">
                <a:solidFill>
                  <a:schemeClr val="lt1"/>
                </a:solidFill>
                <a:latin typeface="Arial"/>
                <a:ea typeface="Arial"/>
                <a:cs typeface="Arial"/>
                <a:sym typeface="Arial"/>
              </a:defRPr>
            </a:lvl5pPr>
            <a:lvl6pPr indent="0" lvl="5" marL="0" marR="0" algn="r">
              <a:spcBef>
                <a:spcPts val="0"/>
              </a:spcBef>
              <a:spcAft>
                <a:spcPts val="0"/>
              </a:spcAft>
              <a:buClr>
                <a:schemeClr val="lt1"/>
              </a:buClr>
              <a:buSzPts val="1000"/>
              <a:buFont typeface="Arial"/>
              <a:buNone/>
              <a:defRPr b="0" i="0" sz="1000" u="none" cap="none" strike="noStrike">
                <a:solidFill>
                  <a:schemeClr val="lt1"/>
                </a:solidFill>
                <a:latin typeface="Arial"/>
                <a:ea typeface="Arial"/>
                <a:cs typeface="Arial"/>
                <a:sym typeface="Arial"/>
              </a:defRPr>
            </a:lvl6pPr>
            <a:lvl7pPr indent="0" lvl="6" marL="0" marR="0" algn="r">
              <a:spcBef>
                <a:spcPts val="0"/>
              </a:spcBef>
              <a:spcAft>
                <a:spcPts val="0"/>
              </a:spcAft>
              <a:buClr>
                <a:schemeClr val="lt1"/>
              </a:buClr>
              <a:buSzPts val="1000"/>
              <a:buFont typeface="Arial"/>
              <a:buNone/>
              <a:defRPr b="0" i="0" sz="1000" u="none" cap="none" strike="noStrike">
                <a:solidFill>
                  <a:schemeClr val="lt1"/>
                </a:solidFill>
                <a:latin typeface="Arial"/>
                <a:ea typeface="Arial"/>
                <a:cs typeface="Arial"/>
                <a:sym typeface="Arial"/>
              </a:defRPr>
            </a:lvl7pPr>
            <a:lvl8pPr indent="0" lvl="7" marL="0" marR="0" algn="r">
              <a:spcBef>
                <a:spcPts val="0"/>
              </a:spcBef>
              <a:spcAft>
                <a:spcPts val="0"/>
              </a:spcAft>
              <a:buClr>
                <a:schemeClr val="lt1"/>
              </a:buClr>
              <a:buSzPts val="1000"/>
              <a:buFont typeface="Arial"/>
              <a:buNone/>
              <a:defRPr b="0" i="0" sz="1000" u="none" cap="none" strike="noStrike">
                <a:solidFill>
                  <a:schemeClr val="lt1"/>
                </a:solidFill>
                <a:latin typeface="Arial"/>
                <a:ea typeface="Arial"/>
                <a:cs typeface="Arial"/>
                <a:sym typeface="Arial"/>
              </a:defRPr>
            </a:lvl8pPr>
            <a:lvl9pPr indent="0" lvl="8" marL="0" marR="0" algn="r">
              <a:spcBef>
                <a:spcPts val="0"/>
              </a:spcBef>
              <a:spcAft>
                <a:spcPts val="0"/>
              </a:spcAft>
              <a:buClr>
                <a:schemeClr val="lt1"/>
              </a:buClr>
              <a:buSzPts val="1000"/>
              <a:buFont typeface="Arial"/>
              <a:buNone/>
              <a:defRPr b="0" i="0" sz="10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9" name="Shape 89"/>
        <p:cNvGrpSpPr/>
        <p:nvPr/>
      </p:nvGrpSpPr>
      <p:grpSpPr>
        <a:xfrm>
          <a:off x="0" y="0"/>
          <a:ext cx="0" cy="0"/>
          <a:chOff x="0" y="0"/>
          <a:chExt cx="0" cy="0"/>
        </a:xfrm>
      </p:grpSpPr>
      <p:sp>
        <p:nvSpPr>
          <p:cNvPr id="90" name="Google Shape;90;p28"/>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indent="0" lvl="0" marL="0" marR="0" algn="r">
              <a:spcBef>
                <a:spcPts val="0"/>
              </a:spcBef>
              <a:spcAft>
                <a:spcPts val="0"/>
              </a:spcAft>
              <a:buClr>
                <a:schemeClr val="lt2"/>
              </a:buClr>
              <a:buSzPts val="1000"/>
              <a:buFont typeface="Arial"/>
              <a:buNone/>
              <a:defRPr b="0" i="0" sz="1000" u="none" cap="none" strike="noStrike">
                <a:solidFill>
                  <a:schemeClr val="lt2"/>
                </a:solidFill>
                <a:latin typeface="Arial"/>
                <a:ea typeface="Arial"/>
                <a:cs typeface="Arial"/>
                <a:sym typeface="Arial"/>
              </a:defRPr>
            </a:lvl1pPr>
            <a:lvl2pPr indent="0" lvl="1" marL="0" marR="0" algn="r">
              <a:spcBef>
                <a:spcPts val="0"/>
              </a:spcBef>
              <a:spcAft>
                <a:spcPts val="0"/>
              </a:spcAft>
              <a:buClr>
                <a:schemeClr val="lt2"/>
              </a:buClr>
              <a:buSzPts val="1000"/>
              <a:buFont typeface="Arial"/>
              <a:buNone/>
              <a:defRPr b="0" i="0" sz="1000" u="none" cap="none" strike="noStrike">
                <a:solidFill>
                  <a:schemeClr val="lt2"/>
                </a:solidFill>
                <a:latin typeface="Arial"/>
                <a:ea typeface="Arial"/>
                <a:cs typeface="Arial"/>
                <a:sym typeface="Arial"/>
              </a:defRPr>
            </a:lvl2pPr>
            <a:lvl3pPr indent="0" lvl="2" marL="0" marR="0" algn="r">
              <a:spcBef>
                <a:spcPts val="0"/>
              </a:spcBef>
              <a:spcAft>
                <a:spcPts val="0"/>
              </a:spcAft>
              <a:buClr>
                <a:schemeClr val="lt2"/>
              </a:buClr>
              <a:buSzPts val="1000"/>
              <a:buFont typeface="Arial"/>
              <a:buNone/>
              <a:defRPr b="0" i="0" sz="1000" u="none" cap="none" strike="noStrike">
                <a:solidFill>
                  <a:schemeClr val="lt2"/>
                </a:solidFill>
                <a:latin typeface="Arial"/>
                <a:ea typeface="Arial"/>
                <a:cs typeface="Arial"/>
                <a:sym typeface="Arial"/>
              </a:defRPr>
            </a:lvl3pPr>
            <a:lvl4pPr indent="0" lvl="3" marL="0" marR="0" algn="r">
              <a:spcBef>
                <a:spcPts val="0"/>
              </a:spcBef>
              <a:spcAft>
                <a:spcPts val="0"/>
              </a:spcAft>
              <a:buClr>
                <a:schemeClr val="lt2"/>
              </a:buClr>
              <a:buSzPts val="1000"/>
              <a:buFont typeface="Arial"/>
              <a:buNone/>
              <a:defRPr b="0" i="0" sz="1000" u="none" cap="none" strike="noStrike">
                <a:solidFill>
                  <a:schemeClr val="lt2"/>
                </a:solidFill>
                <a:latin typeface="Arial"/>
                <a:ea typeface="Arial"/>
                <a:cs typeface="Arial"/>
                <a:sym typeface="Arial"/>
              </a:defRPr>
            </a:lvl4pPr>
            <a:lvl5pPr indent="0" lvl="4" marL="0" marR="0" algn="r">
              <a:spcBef>
                <a:spcPts val="0"/>
              </a:spcBef>
              <a:spcAft>
                <a:spcPts val="0"/>
              </a:spcAft>
              <a:buClr>
                <a:schemeClr val="lt2"/>
              </a:buClr>
              <a:buSzPts val="1000"/>
              <a:buFont typeface="Arial"/>
              <a:buNone/>
              <a:defRPr b="0" i="0" sz="1000" u="none" cap="none" strike="noStrike">
                <a:solidFill>
                  <a:schemeClr val="lt2"/>
                </a:solidFill>
                <a:latin typeface="Arial"/>
                <a:ea typeface="Arial"/>
                <a:cs typeface="Arial"/>
                <a:sym typeface="Arial"/>
              </a:defRPr>
            </a:lvl5pPr>
            <a:lvl6pPr indent="0" lvl="5" marL="0" marR="0" algn="r">
              <a:spcBef>
                <a:spcPts val="0"/>
              </a:spcBef>
              <a:spcAft>
                <a:spcPts val="0"/>
              </a:spcAft>
              <a:buClr>
                <a:schemeClr val="lt2"/>
              </a:buClr>
              <a:buSzPts val="1000"/>
              <a:buFont typeface="Arial"/>
              <a:buNone/>
              <a:defRPr b="0" i="0" sz="1000" u="none" cap="none" strike="noStrike">
                <a:solidFill>
                  <a:schemeClr val="lt2"/>
                </a:solidFill>
                <a:latin typeface="Arial"/>
                <a:ea typeface="Arial"/>
                <a:cs typeface="Arial"/>
                <a:sym typeface="Arial"/>
              </a:defRPr>
            </a:lvl6pPr>
            <a:lvl7pPr indent="0" lvl="6" marL="0" marR="0" algn="r">
              <a:spcBef>
                <a:spcPts val="0"/>
              </a:spcBef>
              <a:spcAft>
                <a:spcPts val="0"/>
              </a:spcAft>
              <a:buClr>
                <a:schemeClr val="lt2"/>
              </a:buClr>
              <a:buSzPts val="1000"/>
              <a:buFont typeface="Arial"/>
              <a:buNone/>
              <a:defRPr b="0" i="0" sz="1000" u="none" cap="none" strike="noStrike">
                <a:solidFill>
                  <a:schemeClr val="lt2"/>
                </a:solidFill>
                <a:latin typeface="Arial"/>
                <a:ea typeface="Arial"/>
                <a:cs typeface="Arial"/>
                <a:sym typeface="Arial"/>
              </a:defRPr>
            </a:lvl7pPr>
            <a:lvl8pPr indent="0" lvl="7" marL="0" marR="0" algn="r">
              <a:spcBef>
                <a:spcPts val="0"/>
              </a:spcBef>
              <a:spcAft>
                <a:spcPts val="0"/>
              </a:spcAft>
              <a:buClr>
                <a:schemeClr val="lt2"/>
              </a:buClr>
              <a:buSzPts val="1000"/>
              <a:buFont typeface="Arial"/>
              <a:buNone/>
              <a:defRPr b="0" i="0" sz="1000" u="none" cap="none" strike="noStrike">
                <a:solidFill>
                  <a:schemeClr val="lt2"/>
                </a:solidFill>
                <a:latin typeface="Arial"/>
                <a:ea typeface="Arial"/>
                <a:cs typeface="Arial"/>
                <a:sym typeface="Arial"/>
              </a:defRPr>
            </a:lvl8pPr>
            <a:lvl9pPr indent="0" lvl="8" marL="0" marR="0" algn="r">
              <a:spcBef>
                <a:spcPts val="0"/>
              </a:spcBef>
              <a:spcAft>
                <a:spcPts val="0"/>
              </a:spcAft>
              <a:buClr>
                <a:schemeClr val="lt2"/>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AU"/>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1.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lum">
    <p:bg>
      <p:bgPr>
        <a:solidFill>
          <a:schemeClr val="lt1"/>
        </a:solidFill>
      </p:bgPr>
    </p:bg>
    <p:spTree>
      <p:nvGrpSpPr>
        <p:cNvPr id="9" name="Shape 9"/>
        <p:cNvGrpSpPr/>
        <p:nvPr/>
      </p:nvGrpSpPr>
      <p:grpSpPr>
        <a:xfrm>
          <a:off x="0" y="0"/>
          <a:ext cx="0" cy="0"/>
          <a:chOff x="0" y="0"/>
          <a:chExt cx="0" cy="0"/>
        </a:xfrm>
      </p:grpSpPr>
      <p:sp>
        <p:nvSpPr>
          <p:cNvPr id="10" name="Google Shape;10;p12"/>
          <p:cNvSpPr txBox="1"/>
          <p:nvPr>
            <p:ph type="title"/>
          </p:nvPr>
        </p:nvSpPr>
        <p:spPr>
          <a:xfrm>
            <a:off x="311700" y="445025"/>
            <a:ext cx="8520600" cy="6234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1pPr>
            <a:lvl2pPr lvl="1"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2pPr>
            <a:lvl3pPr lvl="2"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3pPr>
            <a:lvl4pPr lvl="3"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4pPr>
            <a:lvl5pPr lvl="4"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5pPr>
            <a:lvl6pPr lvl="5"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6pPr>
            <a:lvl7pPr lvl="6"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7pPr>
            <a:lvl8pPr lvl="7"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8pPr>
            <a:lvl9pPr lvl="8" marR="0" rtl="0" algn="l">
              <a:lnSpc>
                <a:spcPct val="100000"/>
              </a:lnSpc>
              <a:spcBef>
                <a:spcPts val="0"/>
              </a:spcBef>
              <a:spcAft>
                <a:spcPts val="0"/>
              </a:spcAft>
              <a:buClr>
                <a:schemeClr val="dk2"/>
              </a:buClr>
              <a:buSzPts val="3000"/>
              <a:buFont typeface="Raleway"/>
              <a:buNone/>
              <a:defRPr b="1" i="0" sz="3000" u="none" cap="none" strike="noStrike">
                <a:solidFill>
                  <a:schemeClr val="dk2"/>
                </a:solidFill>
                <a:latin typeface="Raleway"/>
                <a:ea typeface="Raleway"/>
                <a:cs typeface="Raleway"/>
                <a:sym typeface="Raleway"/>
              </a:defRPr>
            </a:lvl9pPr>
          </a:lstStyle>
          <a:p/>
        </p:txBody>
      </p:sp>
      <p:sp>
        <p:nvSpPr>
          <p:cNvPr id="11" name="Google Shape;11;p1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lt2"/>
              </a:buClr>
              <a:buSzPts val="1800"/>
              <a:buFont typeface="Arial"/>
              <a:buChar char="●"/>
              <a:defRPr b="0" i="0" sz="1800" u="none" cap="none" strike="noStrike">
                <a:solidFill>
                  <a:schemeClr val="lt2"/>
                </a:solidFill>
                <a:latin typeface="Arial"/>
                <a:ea typeface="Arial"/>
                <a:cs typeface="Arial"/>
                <a:sym typeface="Arial"/>
              </a:defRPr>
            </a:lvl1pPr>
            <a:lvl2pPr indent="-317500" lvl="1" marL="914400" marR="0" rtl="0" algn="l">
              <a:lnSpc>
                <a:spcPct val="115000"/>
              </a:lnSpc>
              <a:spcBef>
                <a:spcPts val="0"/>
              </a:spcBef>
              <a:spcAft>
                <a:spcPts val="0"/>
              </a:spcAft>
              <a:buClr>
                <a:schemeClr val="lt2"/>
              </a:buClr>
              <a:buSzPts val="1400"/>
              <a:buFont typeface="Arial"/>
              <a:buChar char="○"/>
              <a:defRPr b="0" i="0" sz="1400" u="none" cap="none" strike="noStrike">
                <a:solidFill>
                  <a:schemeClr val="lt2"/>
                </a:solidFill>
                <a:latin typeface="Arial"/>
                <a:ea typeface="Arial"/>
                <a:cs typeface="Arial"/>
                <a:sym typeface="Arial"/>
              </a:defRPr>
            </a:lvl2pPr>
            <a:lvl3pPr indent="-317500" lvl="2" marL="1371600" marR="0" rtl="0" algn="l">
              <a:lnSpc>
                <a:spcPct val="115000"/>
              </a:lnSpc>
              <a:spcBef>
                <a:spcPts val="0"/>
              </a:spcBef>
              <a:spcAft>
                <a:spcPts val="0"/>
              </a:spcAft>
              <a:buClr>
                <a:schemeClr val="lt2"/>
              </a:buClr>
              <a:buSzPts val="1400"/>
              <a:buFont typeface="Arial"/>
              <a:buChar char="■"/>
              <a:defRPr b="0" i="0" sz="1400" u="none" cap="none" strike="noStrike">
                <a:solidFill>
                  <a:schemeClr val="lt2"/>
                </a:solidFill>
                <a:latin typeface="Arial"/>
                <a:ea typeface="Arial"/>
                <a:cs typeface="Arial"/>
                <a:sym typeface="Arial"/>
              </a:defRPr>
            </a:lvl3pPr>
            <a:lvl4pPr indent="-317500" lvl="3" marL="1828800" marR="0" rtl="0" algn="l">
              <a:lnSpc>
                <a:spcPct val="115000"/>
              </a:lnSpc>
              <a:spcBef>
                <a:spcPts val="0"/>
              </a:spcBef>
              <a:spcAft>
                <a:spcPts val="0"/>
              </a:spcAft>
              <a:buClr>
                <a:schemeClr val="lt2"/>
              </a:buClr>
              <a:buSzPts val="1400"/>
              <a:buFont typeface="Arial"/>
              <a:buChar char="●"/>
              <a:defRPr b="0" i="0" sz="1400" u="none" cap="none" strike="noStrike">
                <a:solidFill>
                  <a:schemeClr val="lt2"/>
                </a:solidFill>
                <a:latin typeface="Arial"/>
                <a:ea typeface="Arial"/>
                <a:cs typeface="Arial"/>
                <a:sym typeface="Arial"/>
              </a:defRPr>
            </a:lvl4pPr>
            <a:lvl5pPr indent="-317500" lvl="4" marL="2286000" marR="0" rtl="0" algn="l">
              <a:lnSpc>
                <a:spcPct val="115000"/>
              </a:lnSpc>
              <a:spcBef>
                <a:spcPts val="0"/>
              </a:spcBef>
              <a:spcAft>
                <a:spcPts val="0"/>
              </a:spcAft>
              <a:buClr>
                <a:schemeClr val="lt2"/>
              </a:buClr>
              <a:buSzPts val="1400"/>
              <a:buFont typeface="Arial"/>
              <a:buChar char="○"/>
              <a:defRPr b="0" i="0" sz="1400" u="none" cap="none" strike="noStrike">
                <a:solidFill>
                  <a:schemeClr val="lt2"/>
                </a:solidFill>
                <a:latin typeface="Arial"/>
                <a:ea typeface="Arial"/>
                <a:cs typeface="Arial"/>
                <a:sym typeface="Arial"/>
              </a:defRPr>
            </a:lvl5pPr>
            <a:lvl6pPr indent="-317500" lvl="5" marL="2743200" marR="0" rtl="0" algn="l">
              <a:lnSpc>
                <a:spcPct val="115000"/>
              </a:lnSpc>
              <a:spcBef>
                <a:spcPts val="0"/>
              </a:spcBef>
              <a:spcAft>
                <a:spcPts val="0"/>
              </a:spcAft>
              <a:buClr>
                <a:schemeClr val="lt2"/>
              </a:buClr>
              <a:buSzPts val="1400"/>
              <a:buFont typeface="Arial"/>
              <a:buChar char="■"/>
              <a:defRPr b="0" i="0" sz="1400" u="none" cap="none" strike="noStrike">
                <a:solidFill>
                  <a:schemeClr val="lt2"/>
                </a:solidFill>
                <a:latin typeface="Arial"/>
                <a:ea typeface="Arial"/>
                <a:cs typeface="Arial"/>
                <a:sym typeface="Arial"/>
              </a:defRPr>
            </a:lvl6pPr>
            <a:lvl7pPr indent="-317500" lvl="6" marL="3200400" marR="0" rtl="0" algn="l">
              <a:lnSpc>
                <a:spcPct val="115000"/>
              </a:lnSpc>
              <a:spcBef>
                <a:spcPts val="0"/>
              </a:spcBef>
              <a:spcAft>
                <a:spcPts val="0"/>
              </a:spcAft>
              <a:buClr>
                <a:schemeClr val="lt2"/>
              </a:buClr>
              <a:buSzPts val="1400"/>
              <a:buFont typeface="Arial"/>
              <a:buChar char="●"/>
              <a:defRPr b="0" i="0" sz="1400" u="none" cap="none" strike="noStrike">
                <a:solidFill>
                  <a:schemeClr val="lt2"/>
                </a:solidFill>
                <a:latin typeface="Arial"/>
                <a:ea typeface="Arial"/>
                <a:cs typeface="Arial"/>
                <a:sym typeface="Arial"/>
              </a:defRPr>
            </a:lvl7pPr>
            <a:lvl8pPr indent="-317500" lvl="7" marL="3657600" marR="0" rtl="0" algn="l">
              <a:lnSpc>
                <a:spcPct val="115000"/>
              </a:lnSpc>
              <a:spcBef>
                <a:spcPts val="0"/>
              </a:spcBef>
              <a:spcAft>
                <a:spcPts val="0"/>
              </a:spcAft>
              <a:buClr>
                <a:schemeClr val="lt2"/>
              </a:buClr>
              <a:buSzPts val="1400"/>
              <a:buFont typeface="Arial"/>
              <a:buChar char="○"/>
              <a:defRPr b="0" i="0" sz="1400" u="none" cap="none" strike="noStrike">
                <a:solidFill>
                  <a:schemeClr val="lt2"/>
                </a:solidFill>
                <a:latin typeface="Arial"/>
                <a:ea typeface="Arial"/>
                <a:cs typeface="Arial"/>
                <a:sym typeface="Arial"/>
              </a:defRPr>
            </a:lvl8pPr>
            <a:lvl9pPr indent="-317500" lvl="8" marL="4114800" marR="0" rtl="0" algn="l">
              <a:lnSpc>
                <a:spcPct val="115000"/>
              </a:lnSpc>
              <a:spcBef>
                <a:spcPts val="0"/>
              </a:spcBef>
              <a:spcAft>
                <a:spcPts val="0"/>
              </a:spcAft>
              <a:buClr>
                <a:schemeClr val="lt2"/>
              </a:buClr>
              <a:buSzPts val="1400"/>
              <a:buFont typeface="Arial"/>
              <a:buChar char="■"/>
              <a:defRPr b="0" i="0" sz="1400" u="none" cap="none" strike="noStrike">
                <a:solidFill>
                  <a:schemeClr val="lt2"/>
                </a:solidFill>
                <a:latin typeface="Arial"/>
                <a:ea typeface="Arial"/>
                <a:cs typeface="Arial"/>
                <a:sym typeface="Arial"/>
              </a:defRPr>
            </a:lvl9pPr>
          </a:lstStyle>
          <a:p/>
        </p:txBody>
      </p:sp>
      <p:sp>
        <p:nvSpPr>
          <p:cNvPr id="12" name="Google Shape;12;p12"/>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indent="0" lvl="0" marL="0" marR="0" rtl="0" algn="r">
              <a:spcBef>
                <a:spcPts val="0"/>
              </a:spcBef>
              <a:spcAft>
                <a:spcPts val="0"/>
              </a:spcAft>
              <a:buClr>
                <a:schemeClr val="lt2"/>
              </a:buClr>
              <a:buSzPts val="1000"/>
              <a:buFont typeface="Arial"/>
              <a:buNone/>
              <a:defRPr b="0" i="0" sz="1000" u="none" cap="none" strike="noStrike">
                <a:solidFill>
                  <a:schemeClr val="lt2"/>
                </a:solidFill>
                <a:latin typeface="Arial"/>
                <a:ea typeface="Arial"/>
                <a:cs typeface="Arial"/>
                <a:sym typeface="Arial"/>
              </a:defRPr>
            </a:lvl1pPr>
            <a:lvl2pPr indent="0" lvl="1" marL="0" marR="0" rtl="0" algn="r">
              <a:spcBef>
                <a:spcPts val="0"/>
              </a:spcBef>
              <a:spcAft>
                <a:spcPts val="0"/>
              </a:spcAft>
              <a:buClr>
                <a:schemeClr val="lt2"/>
              </a:buClr>
              <a:buSzPts val="1000"/>
              <a:buFont typeface="Arial"/>
              <a:buNone/>
              <a:defRPr b="0" i="0" sz="1000" u="none" cap="none" strike="noStrike">
                <a:solidFill>
                  <a:schemeClr val="lt2"/>
                </a:solidFill>
                <a:latin typeface="Arial"/>
                <a:ea typeface="Arial"/>
                <a:cs typeface="Arial"/>
                <a:sym typeface="Arial"/>
              </a:defRPr>
            </a:lvl2pPr>
            <a:lvl3pPr indent="0" lvl="2" marL="0" marR="0" rtl="0" algn="r">
              <a:spcBef>
                <a:spcPts val="0"/>
              </a:spcBef>
              <a:spcAft>
                <a:spcPts val="0"/>
              </a:spcAft>
              <a:buClr>
                <a:schemeClr val="lt2"/>
              </a:buClr>
              <a:buSzPts val="1000"/>
              <a:buFont typeface="Arial"/>
              <a:buNone/>
              <a:defRPr b="0" i="0" sz="1000" u="none" cap="none" strike="noStrike">
                <a:solidFill>
                  <a:schemeClr val="lt2"/>
                </a:solidFill>
                <a:latin typeface="Arial"/>
                <a:ea typeface="Arial"/>
                <a:cs typeface="Arial"/>
                <a:sym typeface="Arial"/>
              </a:defRPr>
            </a:lvl3pPr>
            <a:lvl4pPr indent="0" lvl="3" marL="0" marR="0" rtl="0" algn="r">
              <a:spcBef>
                <a:spcPts val="0"/>
              </a:spcBef>
              <a:spcAft>
                <a:spcPts val="0"/>
              </a:spcAft>
              <a:buClr>
                <a:schemeClr val="lt2"/>
              </a:buClr>
              <a:buSzPts val="1000"/>
              <a:buFont typeface="Arial"/>
              <a:buNone/>
              <a:defRPr b="0" i="0" sz="1000" u="none" cap="none" strike="noStrike">
                <a:solidFill>
                  <a:schemeClr val="lt2"/>
                </a:solidFill>
                <a:latin typeface="Arial"/>
                <a:ea typeface="Arial"/>
                <a:cs typeface="Arial"/>
                <a:sym typeface="Arial"/>
              </a:defRPr>
            </a:lvl4pPr>
            <a:lvl5pPr indent="0" lvl="4" marL="0" marR="0" rtl="0" algn="r">
              <a:spcBef>
                <a:spcPts val="0"/>
              </a:spcBef>
              <a:spcAft>
                <a:spcPts val="0"/>
              </a:spcAft>
              <a:buClr>
                <a:schemeClr val="lt2"/>
              </a:buClr>
              <a:buSzPts val="1000"/>
              <a:buFont typeface="Arial"/>
              <a:buNone/>
              <a:defRPr b="0" i="0" sz="1000" u="none" cap="none" strike="noStrike">
                <a:solidFill>
                  <a:schemeClr val="lt2"/>
                </a:solidFill>
                <a:latin typeface="Arial"/>
                <a:ea typeface="Arial"/>
                <a:cs typeface="Arial"/>
                <a:sym typeface="Arial"/>
              </a:defRPr>
            </a:lvl5pPr>
            <a:lvl6pPr indent="0" lvl="5" marL="0" marR="0" rtl="0" algn="r">
              <a:spcBef>
                <a:spcPts val="0"/>
              </a:spcBef>
              <a:spcAft>
                <a:spcPts val="0"/>
              </a:spcAft>
              <a:buClr>
                <a:schemeClr val="lt2"/>
              </a:buClr>
              <a:buSzPts val="1000"/>
              <a:buFont typeface="Arial"/>
              <a:buNone/>
              <a:defRPr b="0" i="0" sz="1000" u="none" cap="none" strike="noStrike">
                <a:solidFill>
                  <a:schemeClr val="lt2"/>
                </a:solidFill>
                <a:latin typeface="Arial"/>
                <a:ea typeface="Arial"/>
                <a:cs typeface="Arial"/>
                <a:sym typeface="Arial"/>
              </a:defRPr>
            </a:lvl6pPr>
            <a:lvl7pPr indent="0" lvl="6" marL="0" marR="0" rtl="0" algn="r">
              <a:spcBef>
                <a:spcPts val="0"/>
              </a:spcBef>
              <a:spcAft>
                <a:spcPts val="0"/>
              </a:spcAft>
              <a:buClr>
                <a:schemeClr val="lt2"/>
              </a:buClr>
              <a:buSzPts val="1000"/>
              <a:buFont typeface="Arial"/>
              <a:buNone/>
              <a:defRPr b="0" i="0" sz="1000" u="none" cap="none" strike="noStrike">
                <a:solidFill>
                  <a:schemeClr val="lt2"/>
                </a:solidFill>
                <a:latin typeface="Arial"/>
                <a:ea typeface="Arial"/>
                <a:cs typeface="Arial"/>
                <a:sym typeface="Arial"/>
              </a:defRPr>
            </a:lvl7pPr>
            <a:lvl8pPr indent="0" lvl="7" marL="0" marR="0" rtl="0" algn="r">
              <a:spcBef>
                <a:spcPts val="0"/>
              </a:spcBef>
              <a:spcAft>
                <a:spcPts val="0"/>
              </a:spcAft>
              <a:buClr>
                <a:schemeClr val="lt2"/>
              </a:buClr>
              <a:buSzPts val="1000"/>
              <a:buFont typeface="Arial"/>
              <a:buNone/>
              <a:defRPr b="0" i="0" sz="1000" u="none" cap="none" strike="noStrike">
                <a:solidFill>
                  <a:schemeClr val="lt2"/>
                </a:solidFill>
                <a:latin typeface="Arial"/>
                <a:ea typeface="Arial"/>
                <a:cs typeface="Arial"/>
                <a:sym typeface="Arial"/>
              </a:defRPr>
            </a:lvl8pPr>
            <a:lvl9pPr indent="0" lvl="8" marL="0" marR="0" rtl="0" algn="r">
              <a:spcBef>
                <a:spcPts val="0"/>
              </a:spcBef>
              <a:spcAft>
                <a:spcPts val="0"/>
              </a:spcAft>
              <a:buClr>
                <a:schemeClr val="lt2"/>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AU"/>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6.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
          <p:cNvSpPr txBox="1"/>
          <p:nvPr>
            <p:ph type="ctrTitle"/>
          </p:nvPr>
        </p:nvSpPr>
        <p:spPr>
          <a:xfrm>
            <a:off x="909639" y="1153121"/>
            <a:ext cx="3064800" cy="1790700"/>
          </a:xfrm>
          <a:prstGeom prst="rect">
            <a:avLst/>
          </a:prstGeom>
          <a:noFill/>
          <a:ln>
            <a:noFill/>
          </a:ln>
        </p:spPr>
        <p:txBody>
          <a:bodyPr anchorCtr="0" anchor="b" bIns="34275" lIns="0" spcFirstLastPara="1" rIns="68575" wrap="square" tIns="34275">
            <a:noAutofit/>
          </a:bodyPr>
          <a:lstStyle/>
          <a:p>
            <a:pPr indent="0" lvl="0" marL="0" rtl="0" algn="l">
              <a:lnSpc>
                <a:spcPct val="100000"/>
              </a:lnSpc>
              <a:spcBef>
                <a:spcPts val="0"/>
              </a:spcBef>
              <a:spcAft>
                <a:spcPts val="0"/>
              </a:spcAft>
              <a:buClr>
                <a:srgbClr val="000005"/>
              </a:buClr>
              <a:buSzPts val="2000"/>
              <a:buFont typeface="Roboto Medium"/>
              <a:buNone/>
            </a:pPr>
            <a:r>
              <a:rPr lang="en-AU"/>
              <a:t>Category review: Chips</a:t>
            </a:r>
            <a:endParaRPr/>
          </a:p>
        </p:txBody>
      </p:sp>
      <p:sp>
        <p:nvSpPr>
          <p:cNvPr id="96" name="Google Shape;96;p1"/>
          <p:cNvSpPr txBox="1"/>
          <p:nvPr>
            <p:ph idx="1" type="subTitle"/>
          </p:nvPr>
        </p:nvSpPr>
        <p:spPr>
          <a:xfrm>
            <a:off x="909638" y="3095030"/>
            <a:ext cx="3064800" cy="927600"/>
          </a:xfrm>
          <a:prstGeom prst="rect">
            <a:avLst/>
          </a:prstGeom>
          <a:noFill/>
          <a:ln>
            <a:noFill/>
          </a:ln>
        </p:spPr>
        <p:txBody>
          <a:bodyPr anchorCtr="0" anchor="t" bIns="34275" lIns="0" spcFirstLastPara="1" rIns="68575" wrap="square" tIns="34275">
            <a:noAutofit/>
          </a:bodyPr>
          <a:lstStyle/>
          <a:p>
            <a:pPr indent="0" lvl="0" marL="0" rtl="0" algn="l">
              <a:lnSpc>
                <a:spcPct val="100000"/>
              </a:lnSpc>
              <a:spcBef>
                <a:spcPts val="0"/>
              </a:spcBef>
              <a:spcAft>
                <a:spcPts val="0"/>
              </a:spcAft>
              <a:buClr>
                <a:srgbClr val="000005"/>
              </a:buClr>
              <a:buSzPts val="1400"/>
              <a:buNone/>
            </a:pPr>
            <a:r>
              <a:rPr lang="en-AU"/>
              <a:t>Retail Analytics</a:t>
            </a:r>
            <a:endParaRPr/>
          </a:p>
          <a:p>
            <a:pPr indent="0" lvl="0" marL="0" rtl="0" algn="l">
              <a:lnSpc>
                <a:spcPct val="100000"/>
              </a:lnSpc>
              <a:spcBef>
                <a:spcPts val="800"/>
              </a:spcBef>
              <a:spcAft>
                <a:spcPts val="1200"/>
              </a:spcAft>
              <a:buClr>
                <a:srgbClr val="000005"/>
              </a:buClr>
              <a:buSzPts val="1400"/>
              <a:buNone/>
            </a:pPr>
            <a:r>
              <a:t/>
            </a:r>
            <a:endParaRPr/>
          </a:p>
        </p:txBody>
      </p:sp>
      <p:sp>
        <p:nvSpPr>
          <p:cNvPr id="97" name="Google Shape;97;p1"/>
          <p:cNvSpPr txBox="1"/>
          <p:nvPr>
            <p:ph idx="2" type="body"/>
          </p:nvPr>
        </p:nvSpPr>
        <p:spPr>
          <a:xfrm>
            <a:off x="909638" y="488156"/>
            <a:ext cx="1596600" cy="183300"/>
          </a:xfrm>
          <a:prstGeom prst="rect">
            <a:avLst/>
          </a:prstGeom>
          <a:noFill/>
          <a:ln>
            <a:noFill/>
          </a:ln>
        </p:spPr>
        <p:txBody>
          <a:bodyPr anchorCtr="0" anchor="t" bIns="34275" lIns="0" spcFirstLastPara="1" rIns="68575" wrap="square" tIns="34275">
            <a:noAutofit/>
          </a:bodyPr>
          <a:lstStyle/>
          <a:p>
            <a:pPr indent="0" lvl="0" marL="0" rtl="0" algn="l">
              <a:lnSpc>
                <a:spcPct val="90000"/>
              </a:lnSpc>
              <a:spcBef>
                <a:spcPts val="0"/>
              </a:spcBef>
              <a:spcAft>
                <a:spcPts val="1200"/>
              </a:spcAft>
              <a:buClr>
                <a:srgbClr val="000005"/>
              </a:buClr>
              <a:buSzPts val="800"/>
              <a:buFont typeface="Arial"/>
              <a:buNone/>
            </a:pPr>
            <a:r>
              <a:rPr lang="en-AU"/>
              <a:t>June 2020</a:t>
            </a:r>
            <a:endParaRPr/>
          </a:p>
        </p:txBody>
      </p:sp>
      <p:grpSp>
        <p:nvGrpSpPr>
          <p:cNvPr id="98" name="Google Shape;98;p1"/>
          <p:cNvGrpSpPr/>
          <p:nvPr/>
        </p:nvGrpSpPr>
        <p:grpSpPr>
          <a:xfrm>
            <a:off x="9221070" y="4216150"/>
            <a:ext cx="1486576" cy="927450"/>
            <a:chOff x="8857913" y="1025653"/>
            <a:chExt cx="1982101" cy="1236600"/>
          </a:xfrm>
        </p:grpSpPr>
        <p:sp>
          <p:nvSpPr>
            <p:cNvPr id="99" name="Google Shape;99;p1"/>
            <p:cNvSpPr/>
            <p:nvPr/>
          </p:nvSpPr>
          <p:spPr>
            <a:xfrm>
              <a:off x="8857914" y="1025653"/>
              <a:ext cx="1982100" cy="1236600"/>
            </a:xfrm>
            <a:prstGeom prst="rect">
              <a:avLst/>
            </a:prstGeom>
            <a:solidFill>
              <a:srgbClr val="FFFFFF"/>
            </a:solidFill>
            <a:ln cap="flat" cmpd="sng" w="12700">
              <a:solidFill>
                <a:srgbClr val="C7C5C4"/>
              </a:solidFill>
              <a:prstDash val="solid"/>
              <a:miter lim="80"/>
              <a:headEnd len="sm" w="sm" type="none"/>
              <a:tailEnd len="sm" w="sm" type="none"/>
            </a:ln>
          </p:spPr>
          <p:txBody>
            <a:bodyPr anchorCtr="0" anchor="t" bIns="34275" lIns="68575" spcFirstLastPara="1" rIns="68575" wrap="square" tIns="351000">
              <a:noAutofit/>
            </a:bodyPr>
            <a:lstStyle/>
            <a:p>
              <a:pPr indent="0" lvl="0" marL="0" marR="0" rtl="0" algn="l">
                <a:spcBef>
                  <a:spcPts val="0"/>
                </a:spcBef>
                <a:spcAft>
                  <a:spcPts val="0"/>
                </a:spcAft>
                <a:buClr>
                  <a:srgbClr val="EF9B47"/>
                </a:buClr>
                <a:buSzPts val="800"/>
                <a:buFont typeface="Roboto Medium"/>
                <a:buNone/>
              </a:pPr>
              <a:r>
                <a:rPr b="0" i="0" lang="en-AU" sz="800" u="none" cap="none" strike="noStrike">
                  <a:solidFill>
                    <a:srgbClr val="EF9B47"/>
                  </a:solidFill>
                  <a:latin typeface="Roboto Medium"/>
                  <a:ea typeface="Roboto Medium"/>
                  <a:cs typeface="Roboto Medium"/>
                  <a:sym typeface="Roboto Medium"/>
                </a:rPr>
                <a:t>Brand note:</a:t>
              </a:r>
              <a:r>
                <a:rPr b="0" i="0" lang="en-AU" sz="800" u="none" cap="none" strike="noStrike">
                  <a:solidFill>
                    <a:srgbClr val="000005"/>
                  </a:solidFill>
                  <a:latin typeface="Roboto Light"/>
                  <a:ea typeface="Roboto Light"/>
                  <a:cs typeface="Roboto Light"/>
                  <a:sym typeface="Roboto Light"/>
                </a:rPr>
                <a:t> If client logo is not required, use alternate title page layout </a:t>
              </a:r>
              <a:r>
                <a:rPr b="0" i="0" lang="en-AU" sz="800" u="none" cap="none" strike="noStrike">
                  <a:solidFill>
                    <a:srgbClr val="000005"/>
                  </a:solidFill>
                  <a:latin typeface="Roboto Medium"/>
                  <a:ea typeface="Roboto Medium"/>
                  <a:cs typeface="Roboto Medium"/>
                  <a:sym typeface="Roboto Medium"/>
                </a:rPr>
                <a:t>right click slide thumbnail </a:t>
              </a:r>
              <a:r>
                <a:rPr b="0" i="0" lang="en-AU" sz="800" u="none" cap="none" strike="noStrike">
                  <a:solidFill>
                    <a:srgbClr val="000005"/>
                  </a:solidFill>
                  <a:latin typeface="Roboto Light"/>
                  <a:ea typeface="Roboto Light"/>
                  <a:cs typeface="Roboto Light"/>
                  <a:sym typeface="Roboto Light"/>
                </a:rPr>
                <a:t>&gt;</a:t>
              </a:r>
              <a:r>
                <a:rPr b="0" i="0" lang="en-AU" sz="800" u="none" cap="none" strike="noStrike">
                  <a:solidFill>
                    <a:srgbClr val="000005"/>
                  </a:solidFill>
                  <a:latin typeface="Roboto Medium"/>
                  <a:ea typeface="Roboto Medium"/>
                  <a:cs typeface="Roboto Medium"/>
                  <a:sym typeface="Roboto Medium"/>
                </a:rPr>
                <a:t> Layout </a:t>
              </a:r>
              <a:r>
                <a:rPr b="0" i="0" lang="en-AU" sz="800" u="none" cap="none" strike="noStrike">
                  <a:solidFill>
                    <a:srgbClr val="000005"/>
                  </a:solidFill>
                  <a:latin typeface="Roboto Light"/>
                  <a:ea typeface="Roboto Light"/>
                  <a:cs typeface="Roboto Light"/>
                  <a:sym typeface="Roboto Light"/>
                </a:rPr>
                <a:t>&gt;</a:t>
              </a:r>
              <a:r>
                <a:rPr b="0" i="0" lang="en-AU" sz="800" u="none" cap="none" strike="noStrike">
                  <a:solidFill>
                    <a:srgbClr val="000005"/>
                  </a:solidFill>
                  <a:latin typeface="Roboto Medium"/>
                  <a:ea typeface="Roboto Medium"/>
                  <a:cs typeface="Roboto Medium"/>
                  <a:sym typeface="Roboto Medium"/>
                </a:rPr>
                <a:t> Title</a:t>
              </a:r>
              <a:endParaRPr b="0" i="0" sz="800" u="none" cap="none" strike="noStrike">
                <a:solidFill>
                  <a:srgbClr val="000005"/>
                </a:solidFill>
                <a:latin typeface="Roboto Medium"/>
                <a:ea typeface="Roboto Medium"/>
                <a:cs typeface="Roboto Medium"/>
                <a:sym typeface="Roboto Medium"/>
              </a:endParaRPr>
            </a:p>
          </p:txBody>
        </p:sp>
        <p:grpSp>
          <p:nvGrpSpPr>
            <p:cNvPr id="100" name="Google Shape;100;p1"/>
            <p:cNvGrpSpPr/>
            <p:nvPr/>
          </p:nvGrpSpPr>
          <p:grpSpPr>
            <a:xfrm>
              <a:off x="8857913" y="1025653"/>
              <a:ext cx="356123" cy="320040"/>
              <a:chOff x="2932" y="1344"/>
              <a:chExt cx="1816" cy="1632"/>
            </a:xfrm>
          </p:grpSpPr>
          <p:sp>
            <p:nvSpPr>
              <p:cNvPr id="101" name="Google Shape;101;p1"/>
              <p:cNvSpPr/>
              <p:nvPr/>
            </p:nvSpPr>
            <p:spPr>
              <a:xfrm>
                <a:off x="2932" y="1344"/>
                <a:ext cx="1806" cy="1622"/>
              </a:xfrm>
              <a:custGeom>
                <a:rect b="b" l="l" r="r" t="t"/>
                <a:pathLst>
                  <a:path extrusionOk="0" h="1622" w="1806">
                    <a:moveTo>
                      <a:pt x="0" y="1398"/>
                    </a:moveTo>
                    <a:lnTo>
                      <a:pt x="0" y="1398"/>
                    </a:lnTo>
                    <a:lnTo>
                      <a:pt x="36" y="1424"/>
                    </a:lnTo>
                    <a:lnTo>
                      <a:pt x="74" y="1448"/>
                    </a:lnTo>
                    <a:lnTo>
                      <a:pt x="112" y="1470"/>
                    </a:lnTo>
                    <a:lnTo>
                      <a:pt x="150" y="1492"/>
                    </a:lnTo>
                    <a:lnTo>
                      <a:pt x="190" y="1512"/>
                    </a:lnTo>
                    <a:lnTo>
                      <a:pt x="231" y="1530"/>
                    </a:lnTo>
                    <a:lnTo>
                      <a:pt x="273" y="1548"/>
                    </a:lnTo>
                    <a:lnTo>
                      <a:pt x="315" y="1562"/>
                    </a:lnTo>
                    <a:lnTo>
                      <a:pt x="357" y="1576"/>
                    </a:lnTo>
                    <a:lnTo>
                      <a:pt x="401" y="1588"/>
                    </a:lnTo>
                    <a:lnTo>
                      <a:pt x="445" y="1598"/>
                    </a:lnTo>
                    <a:lnTo>
                      <a:pt x="491" y="1608"/>
                    </a:lnTo>
                    <a:lnTo>
                      <a:pt x="537" y="1614"/>
                    </a:lnTo>
                    <a:lnTo>
                      <a:pt x="583" y="1618"/>
                    </a:lnTo>
                    <a:lnTo>
                      <a:pt x="629" y="1622"/>
                    </a:lnTo>
                    <a:lnTo>
                      <a:pt x="677" y="1622"/>
                    </a:lnTo>
                    <a:lnTo>
                      <a:pt x="677" y="1622"/>
                    </a:lnTo>
                    <a:lnTo>
                      <a:pt x="736" y="1620"/>
                    </a:lnTo>
                    <a:lnTo>
                      <a:pt x="794" y="1616"/>
                    </a:lnTo>
                    <a:lnTo>
                      <a:pt x="850" y="1610"/>
                    </a:lnTo>
                    <a:lnTo>
                      <a:pt x="904" y="1600"/>
                    </a:lnTo>
                    <a:lnTo>
                      <a:pt x="960" y="1586"/>
                    </a:lnTo>
                    <a:lnTo>
                      <a:pt x="1012" y="1572"/>
                    </a:lnTo>
                    <a:lnTo>
                      <a:pt x="1066" y="1554"/>
                    </a:lnTo>
                    <a:lnTo>
                      <a:pt x="1116" y="1534"/>
                    </a:lnTo>
                    <a:lnTo>
                      <a:pt x="1167" y="1512"/>
                    </a:lnTo>
                    <a:lnTo>
                      <a:pt x="1215" y="1486"/>
                    </a:lnTo>
                    <a:lnTo>
                      <a:pt x="1263" y="1460"/>
                    </a:lnTo>
                    <a:lnTo>
                      <a:pt x="1309" y="1430"/>
                    </a:lnTo>
                    <a:lnTo>
                      <a:pt x="1353" y="1398"/>
                    </a:lnTo>
                    <a:lnTo>
                      <a:pt x="1395" y="1366"/>
                    </a:lnTo>
                    <a:lnTo>
                      <a:pt x="1437" y="1330"/>
                    </a:lnTo>
                    <a:lnTo>
                      <a:pt x="1475" y="1292"/>
                    </a:lnTo>
                    <a:lnTo>
                      <a:pt x="1513" y="1254"/>
                    </a:lnTo>
                    <a:lnTo>
                      <a:pt x="1549" y="1212"/>
                    </a:lnTo>
                    <a:lnTo>
                      <a:pt x="1581" y="1170"/>
                    </a:lnTo>
                    <a:lnTo>
                      <a:pt x="1614" y="1126"/>
                    </a:lnTo>
                    <a:lnTo>
                      <a:pt x="1644" y="1080"/>
                    </a:lnTo>
                    <a:lnTo>
                      <a:pt x="1670" y="1032"/>
                    </a:lnTo>
                    <a:lnTo>
                      <a:pt x="1696" y="984"/>
                    </a:lnTo>
                    <a:lnTo>
                      <a:pt x="1718" y="934"/>
                    </a:lnTo>
                    <a:lnTo>
                      <a:pt x="1738" y="884"/>
                    </a:lnTo>
                    <a:lnTo>
                      <a:pt x="1756" y="830"/>
                    </a:lnTo>
                    <a:lnTo>
                      <a:pt x="1770" y="778"/>
                    </a:lnTo>
                    <a:lnTo>
                      <a:pt x="1784" y="722"/>
                    </a:lnTo>
                    <a:lnTo>
                      <a:pt x="1794" y="668"/>
                    </a:lnTo>
                    <a:lnTo>
                      <a:pt x="1800" y="612"/>
                    </a:lnTo>
                    <a:lnTo>
                      <a:pt x="1804" y="554"/>
                    </a:lnTo>
                    <a:lnTo>
                      <a:pt x="1806" y="496"/>
                    </a:lnTo>
                    <a:lnTo>
                      <a:pt x="1806" y="496"/>
                    </a:lnTo>
                    <a:lnTo>
                      <a:pt x="1804" y="430"/>
                    </a:lnTo>
                    <a:lnTo>
                      <a:pt x="1798" y="364"/>
                    </a:lnTo>
                    <a:lnTo>
                      <a:pt x="1790" y="300"/>
                    </a:lnTo>
                    <a:lnTo>
                      <a:pt x="1776" y="238"/>
                    </a:lnTo>
                    <a:lnTo>
                      <a:pt x="1760" y="176"/>
                    </a:lnTo>
                    <a:lnTo>
                      <a:pt x="1740" y="116"/>
                    </a:lnTo>
                    <a:lnTo>
                      <a:pt x="1718" y="58"/>
                    </a:lnTo>
                    <a:lnTo>
                      <a:pt x="1692" y="0"/>
                    </a:lnTo>
                    <a:lnTo>
                      <a:pt x="0" y="0"/>
                    </a:lnTo>
                    <a:lnTo>
                      <a:pt x="0" y="1398"/>
                    </a:lnTo>
                    <a:close/>
                    <a:moveTo>
                      <a:pt x="1437" y="1044"/>
                    </a:moveTo>
                    <a:lnTo>
                      <a:pt x="1437" y="1044"/>
                    </a:lnTo>
                    <a:lnTo>
                      <a:pt x="1437" y="1066"/>
                    </a:lnTo>
                    <a:lnTo>
                      <a:pt x="1433" y="1086"/>
                    </a:lnTo>
                    <a:lnTo>
                      <a:pt x="1429" y="1106"/>
                    </a:lnTo>
                    <a:lnTo>
                      <a:pt x="1421" y="1126"/>
                    </a:lnTo>
                    <a:lnTo>
                      <a:pt x="1413" y="1144"/>
                    </a:lnTo>
                    <a:lnTo>
                      <a:pt x="1401" y="1162"/>
                    </a:lnTo>
                    <a:lnTo>
                      <a:pt x="1389" y="1178"/>
                    </a:lnTo>
                    <a:lnTo>
                      <a:pt x="1375" y="1192"/>
                    </a:lnTo>
                    <a:lnTo>
                      <a:pt x="1361" y="1206"/>
                    </a:lnTo>
                    <a:lnTo>
                      <a:pt x="1345" y="1218"/>
                    </a:lnTo>
                    <a:lnTo>
                      <a:pt x="1327" y="1230"/>
                    </a:lnTo>
                    <a:lnTo>
                      <a:pt x="1309" y="1238"/>
                    </a:lnTo>
                    <a:lnTo>
                      <a:pt x="1289" y="1246"/>
                    </a:lnTo>
                    <a:lnTo>
                      <a:pt x="1269" y="1250"/>
                    </a:lnTo>
                    <a:lnTo>
                      <a:pt x="1249" y="1254"/>
                    </a:lnTo>
                    <a:lnTo>
                      <a:pt x="1227" y="1254"/>
                    </a:lnTo>
                    <a:lnTo>
                      <a:pt x="1227" y="1254"/>
                    </a:lnTo>
                    <a:lnTo>
                      <a:pt x="1205" y="1254"/>
                    </a:lnTo>
                    <a:lnTo>
                      <a:pt x="1183" y="1250"/>
                    </a:lnTo>
                    <a:lnTo>
                      <a:pt x="1163" y="1246"/>
                    </a:lnTo>
                    <a:lnTo>
                      <a:pt x="1145" y="1238"/>
                    </a:lnTo>
                    <a:lnTo>
                      <a:pt x="1124" y="1230"/>
                    </a:lnTo>
                    <a:lnTo>
                      <a:pt x="1108" y="1218"/>
                    </a:lnTo>
                    <a:lnTo>
                      <a:pt x="1092" y="1206"/>
                    </a:lnTo>
                    <a:lnTo>
                      <a:pt x="1076" y="1192"/>
                    </a:lnTo>
                    <a:lnTo>
                      <a:pt x="1062" y="1178"/>
                    </a:lnTo>
                    <a:lnTo>
                      <a:pt x="1050" y="1162"/>
                    </a:lnTo>
                    <a:lnTo>
                      <a:pt x="1040" y="1144"/>
                    </a:lnTo>
                    <a:lnTo>
                      <a:pt x="1030" y="1126"/>
                    </a:lnTo>
                    <a:lnTo>
                      <a:pt x="1024" y="1106"/>
                    </a:lnTo>
                    <a:lnTo>
                      <a:pt x="1018" y="1086"/>
                    </a:lnTo>
                    <a:lnTo>
                      <a:pt x="1016" y="1066"/>
                    </a:lnTo>
                    <a:lnTo>
                      <a:pt x="1014" y="1044"/>
                    </a:lnTo>
                    <a:lnTo>
                      <a:pt x="1014" y="1044"/>
                    </a:lnTo>
                    <a:lnTo>
                      <a:pt x="1016" y="1022"/>
                    </a:lnTo>
                    <a:lnTo>
                      <a:pt x="1018" y="1000"/>
                    </a:lnTo>
                    <a:lnTo>
                      <a:pt x="1024" y="980"/>
                    </a:lnTo>
                    <a:lnTo>
                      <a:pt x="1030" y="962"/>
                    </a:lnTo>
                    <a:lnTo>
                      <a:pt x="1040" y="942"/>
                    </a:lnTo>
                    <a:lnTo>
                      <a:pt x="1050" y="926"/>
                    </a:lnTo>
                    <a:lnTo>
                      <a:pt x="1062" y="910"/>
                    </a:lnTo>
                    <a:lnTo>
                      <a:pt x="1076" y="894"/>
                    </a:lnTo>
                    <a:lnTo>
                      <a:pt x="1092" y="880"/>
                    </a:lnTo>
                    <a:lnTo>
                      <a:pt x="1108" y="868"/>
                    </a:lnTo>
                    <a:lnTo>
                      <a:pt x="1124" y="858"/>
                    </a:lnTo>
                    <a:lnTo>
                      <a:pt x="1145" y="848"/>
                    </a:lnTo>
                    <a:lnTo>
                      <a:pt x="1163" y="842"/>
                    </a:lnTo>
                    <a:lnTo>
                      <a:pt x="1183" y="836"/>
                    </a:lnTo>
                    <a:lnTo>
                      <a:pt x="1205" y="834"/>
                    </a:lnTo>
                    <a:lnTo>
                      <a:pt x="1227" y="832"/>
                    </a:lnTo>
                    <a:lnTo>
                      <a:pt x="1227" y="832"/>
                    </a:lnTo>
                    <a:lnTo>
                      <a:pt x="1249" y="834"/>
                    </a:lnTo>
                    <a:lnTo>
                      <a:pt x="1269" y="836"/>
                    </a:lnTo>
                    <a:lnTo>
                      <a:pt x="1289" y="842"/>
                    </a:lnTo>
                    <a:lnTo>
                      <a:pt x="1309" y="848"/>
                    </a:lnTo>
                    <a:lnTo>
                      <a:pt x="1327" y="858"/>
                    </a:lnTo>
                    <a:lnTo>
                      <a:pt x="1345" y="868"/>
                    </a:lnTo>
                    <a:lnTo>
                      <a:pt x="1361" y="880"/>
                    </a:lnTo>
                    <a:lnTo>
                      <a:pt x="1375" y="894"/>
                    </a:lnTo>
                    <a:lnTo>
                      <a:pt x="1389" y="910"/>
                    </a:lnTo>
                    <a:lnTo>
                      <a:pt x="1401" y="926"/>
                    </a:lnTo>
                    <a:lnTo>
                      <a:pt x="1413" y="942"/>
                    </a:lnTo>
                    <a:lnTo>
                      <a:pt x="1421" y="962"/>
                    </a:lnTo>
                    <a:lnTo>
                      <a:pt x="1429" y="980"/>
                    </a:lnTo>
                    <a:lnTo>
                      <a:pt x="1433" y="1000"/>
                    </a:lnTo>
                    <a:lnTo>
                      <a:pt x="1437" y="1022"/>
                    </a:lnTo>
                    <a:lnTo>
                      <a:pt x="1437" y="1044"/>
                    </a:lnTo>
                    <a:lnTo>
                      <a:pt x="1437" y="1044"/>
                    </a:lnTo>
                    <a:close/>
                    <a:moveTo>
                      <a:pt x="976" y="198"/>
                    </a:moveTo>
                    <a:lnTo>
                      <a:pt x="976" y="198"/>
                    </a:lnTo>
                    <a:lnTo>
                      <a:pt x="1006" y="230"/>
                    </a:lnTo>
                    <a:lnTo>
                      <a:pt x="1030" y="264"/>
                    </a:lnTo>
                    <a:lnTo>
                      <a:pt x="1052" y="300"/>
                    </a:lnTo>
                    <a:lnTo>
                      <a:pt x="1070" y="336"/>
                    </a:lnTo>
                    <a:lnTo>
                      <a:pt x="1082" y="376"/>
                    </a:lnTo>
                    <a:lnTo>
                      <a:pt x="1092" y="416"/>
                    </a:lnTo>
                    <a:lnTo>
                      <a:pt x="1098" y="456"/>
                    </a:lnTo>
                    <a:lnTo>
                      <a:pt x="1100" y="496"/>
                    </a:lnTo>
                    <a:lnTo>
                      <a:pt x="1098" y="536"/>
                    </a:lnTo>
                    <a:lnTo>
                      <a:pt x="1092" y="576"/>
                    </a:lnTo>
                    <a:lnTo>
                      <a:pt x="1082" y="616"/>
                    </a:lnTo>
                    <a:lnTo>
                      <a:pt x="1070" y="654"/>
                    </a:lnTo>
                    <a:lnTo>
                      <a:pt x="1052" y="692"/>
                    </a:lnTo>
                    <a:lnTo>
                      <a:pt x="1030" y="728"/>
                    </a:lnTo>
                    <a:lnTo>
                      <a:pt x="1006" y="762"/>
                    </a:lnTo>
                    <a:lnTo>
                      <a:pt x="976" y="794"/>
                    </a:lnTo>
                    <a:lnTo>
                      <a:pt x="976" y="794"/>
                    </a:lnTo>
                    <a:lnTo>
                      <a:pt x="944" y="824"/>
                    </a:lnTo>
                    <a:lnTo>
                      <a:pt x="910" y="848"/>
                    </a:lnTo>
                    <a:lnTo>
                      <a:pt x="874" y="870"/>
                    </a:lnTo>
                    <a:lnTo>
                      <a:pt x="836" y="888"/>
                    </a:lnTo>
                    <a:lnTo>
                      <a:pt x="798" y="900"/>
                    </a:lnTo>
                    <a:lnTo>
                      <a:pt x="758" y="910"/>
                    </a:lnTo>
                    <a:lnTo>
                      <a:pt x="718" y="916"/>
                    </a:lnTo>
                    <a:lnTo>
                      <a:pt x="677" y="918"/>
                    </a:lnTo>
                    <a:lnTo>
                      <a:pt x="637" y="916"/>
                    </a:lnTo>
                    <a:lnTo>
                      <a:pt x="597" y="910"/>
                    </a:lnTo>
                    <a:lnTo>
                      <a:pt x="557" y="900"/>
                    </a:lnTo>
                    <a:lnTo>
                      <a:pt x="517" y="888"/>
                    </a:lnTo>
                    <a:lnTo>
                      <a:pt x="481" y="870"/>
                    </a:lnTo>
                    <a:lnTo>
                      <a:pt x="445" y="848"/>
                    </a:lnTo>
                    <a:lnTo>
                      <a:pt x="411" y="824"/>
                    </a:lnTo>
                    <a:lnTo>
                      <a:pt x="379" y="794"/>
                    </a:lnTo>
                    <a:lnTo>
                      <a:pt x="379" y="794"/>
                    </a:lnTo>
                    <a:lnTo>
                      <a:pt x="349" y="762"/>
                    </a:lnTo>
                    <a:lnTo>
                      <a:pt x="325" y="728"/>
                    </a:lnTo>
                    <a:lnTo>
                      <a:pt x="303" y="692"/>
                    </a:lnTo>
                    <a:lnTo>
                      <a:pt x="285" y="654"/>
                    </a:lnTo>
                    <a:lnTo>
                      <a:pt x="271" y="616"/>
                    </a:lnTo>
                    <a:lnTo>
                      <a:pt x="263" y="576"/>
                    </a:lnTo>
                    <a:lnTo>
                      <a:pt x="257" y="536"/>
                    </a:lnTo>
                    <a:lnTo>
                      <a:pt x="255" y="496"/>
                    </a:lnTo>
                    <a:lnTo>
                      <a:pt x="257" y="456"/>
                    </a:lnTo>
                    <a:lnTo>
                      <a:pt x="263" y="416"/>
                    </a:lnTo>
                    <a:lnTo>
                      <a:pt x="271" y="376"/>
                    </a:lnTo>
                    <a:lnTo>
                      <a:pt x="285" y="336"/>
                    </a:lnTo>
                    <a:lnTo>
                      <a:pt x="303" y="300"/>
                    </a:lnTo>
                    <a:lnTo>
                      <a:pt x="325" y="264"/>
                    </a:lnTo>
                    <a:lnTo>
                      <a:pt x="349" y="230"/>
                    </a:lnTo>
                    <a:lnTo>
                      <a:pt x="379" y="198"/>
                    </a:lnTo>
                    <a:lnTo>
                      <a:pt x="379" y="198"/>
                    </a:lnTo>
                    <a:lnTo>
                      <a:pt x="411" y="168"/>
                    </a:lnTo>
                    <a:lnTo>
                      <a:pt x="445" y="144"/>
                    </a:lnTo>
                    <a:lnTo>
                      <a:pt x="481" y="122"/>
                    </a:lnTo>
                    <a:lnTo>
                      <a:pt x="517" y="104"/>
                    </a:lnTo>
                    <a:lnTo>
                      <a:pt x="557" y="90"/>
                    </a:lnTo>
                    <a:lnTo>
                      <a:pt x="597" y="82"/>
                    </a:lnTo>
                    <a:lnTo>
                      <a:pt x="637" y="76"/>
                    </a:lnTo>
                    <a:lnTo>
                      <a:pt x="677" y="74"/>
                    </a:lnTo>
                    <a:lnTo>
                      <a:pt x="718" y="76"/>
                    </a:lnTo>
                    <a:lnTo>
                      <a:pt x="758" y="82"/>
                    </a:lnTo>
                    <a:lnTo>
                      <a:pt x="798" y="90"/>
                    </a:lnTo>
                    <a:lnTo>
                      <a:pt x="836" y="104"/>
                    </a:lnTo>
                    <a:lnTo>
                      <a:pt x="874" y="122"/>
                    </a:lnTo>
                    <a:lnTo>
                      <a:pt x="910" y="144"/>
                    </a:lnTo>
                    <a:lnTo>
                      <a:pt x="944" y="168"/>
                    </a:lnTo>
                    <a:lnTo>
                      <a:pt x="976" y="198"/>
                    </a:lnTo>
                    <a:lnTo>
                      <a:pt x="976" y="198"/>
                    </a:lnTo>
                    <a:close/>
                  </a:path>
                </a:pathLst>
              </a:custGeom>
              <a:solidFill>
                <a:srgbClr val="C7C5C4"/>
              </a:solidFill>
              <a:ln>
                <a:noFill/>
              </a:ln>
            </p:spPr>
            <p:txBody>
              <a:bodyPr anchorCtr="0" anchor="t" bIns="34275" lIns="67500" spcFirstLastPara="1" rIns="27000" wrap="square" tIns="486000">
                <a:noAutofit/>
              </a:bodyPr>
              <a:lstStyle/>
              <a:p>
                <a:pPr indent="0" lvl="0" marL="0" marR="0" rtl="0" algn="l">
                  <a:spcBef>
                    <a:spcPts val="0"/>
                  </a:spcBef>
                  <a:spcAft>
                    <a:spcPts val="0"/>
                  </a:spcAft>
                  <a:buClr>
                    <a:schemeClr val="dk1"/>
                  </a:buClr>
                  <a:buSzPts val="1400"/>
                  <a:buFont typeface="Arial"/>
                  <a:buNone/>
                </a:pPr>
                <a:r>
                  <a:t/>
                </a:r>
                <a:endParaRPr b="0" i="0" sz="1400" u="none" cap="none" strike="noStrike">
                  <a:solidFill>
                    <a:schemeClr val="dk1"/>
                  </a:solidFill>
                  <a:latin typeface="Roboto Light"/>
                  <a:ea typeface="Roboto Light"/>
                  <a:cs typeface="Roboto Light"/>
                  <a:sym typeface="Roboto Light"/>
                </a:endParaRPr>
              </a:p>
            </p:txBody>
          </p:sp>
          <p:sp>
            <p:nvSpPr>
              <p:cNvPr id="102" name="Google Shape;102;p1"/>
              <p:cNvSpPr/>
              <p:nvPr/>
            </p:nvSpPr>
            <p:spPr>
              <a:xfrm>
                <a:off x="4465" y="2694"/>
                <a:ext cx="283" cy="282"/>
              </a:xfrm>
              <a:custGeom>
                <a:rect b="b" l="l" r="r" t="t"/>
                <a:pathLst>
                  <a:path extrusionOk="0" h="282" w="283">
                    <a:moveTo>
                      <a:pt x="143" y="0"/>
                    </a:moveTo>
                    <a:lnTo>
                      <a:pt x="143" y="0"/>
                    </a:lnTo>
                    <a:lnTo>
                      <a:pt x="129" y="2"/>
                    </a:lnTo>
                    <a:lnTo>
                      <a:pt x="115" y="4"/>
                    </a:lnTo>
                    <a:lnTo>
                      <a:pt x="101" y="8"/>
                    </a:lnTo>
                    <a:lnTo>
                      <a:pt x="87" y="12"/>
                    </a:lnTo>
                    <a:lnTo>
                      <a:pt x="75" y="18"/>
                    </a:lnTo>
                    <a:lnTo>
                      <a:pt x="63" y="24"/>
                    </a:lnTo>
                    <a:lnTo>
                      <a:pt x="52" y="34"/>
                    </a:lnTo>
                    <a:lnTo>
                      <a:pt x="42" y="42"/>
                    </a:lnTo>
                    <a:lnTo>
                      <a:pt x="32" y="52"/>
                    </a:lnTo>
                    <a:lnTo>
                      <a:pt x="24" y="62"/>
                    </a:lnTo>
                    <a:lnTo>
                      <a:pt x="18" y="74"/>
                    </a:lnTo>
                    <a:lnTo>
                      <a:pt x="12" y="86"/>
                    </a:lnTo>
                    <a:lnTo>
                      <a:pt x="8" y="100"/>
                    </a:lnTo>
                    <a:lnTo>
                      <a:pt x="4" y="114"/>
                    </a:lnTo>
                    <a:lnTo>
                      <a:pt x="2" y="128"/>
                    </a:lnTo>
                    <a:lnTo>
                      <a:pt x="0" y="142"/>
                    </a:lnTo>
                    <a:lnTo>
                      <a:pt x="0" y="142"/>
                    </a:lnTo>
                    <a:lnTo>
                      <a:pt x="2" y="156"/>
                    </a:lnTo>
                    <a:lnTo>
                      <a:pt x="4" y="170"/>
                    </a:lnTo>
                    <a:lnTo>
                      <a:pt x="8" y="184"/>
                    </a:lnTo>
                    <a:lnTo>
                      <a:pt x="12" y="196"/>
                    </a:lnTo>
                    <a:lnTo>
                      <a:pt x="18" y="208"/>
                    </a:lnTo>
                    <a:lnTo>
                      <a:pt x="24" y="220"/>
                    </a:lnTo>
                    <a:lnTo>
                      <a:pt x="32" y="232"/>
                    </a:lnTo>
                    <a:lnTo>
                      <a:pt x="42" y="242"/>
                    </a:lnTo>
                    <a:lnTo>
                      <a:pt x="52" y="250"/>
                    </a:lnTo>
                    <a:lnTo>
                      <a:pt x="63" y="258"/>
                    </a:lnTo>
                    <a:lnTo>
                      <a:pt x="75" y="266"/>
                    </a:lnTo>
                    <a:lnTo>
                      <a:pt x="87" y="272"/>
                    </a:lnTo>
                    <a:lnTo>
                      <a:pt x="101" y="276"/>
                    </a:lnTo>
                    <a:lnTo>
                      <a:pt x="115" y="280"/>
                    </a:lnTo>
                    <a:lnTo>
                      <a:pt x="129" y="282"/>
                    </a:lnTo>
                    <a:lnTo>
                      <a:pt x="143" y="282"/>
                    </a:lnTo>
                    <a:lnTo>
                      <a:pt x="143" y="282"/>
                    </a:lnTo>
                    <a:lnTo>
                      <a:pt x="157" y="282"/>
                    </a:lnTo>
                    <a:lnTo>
                      <a:pt x="171" y="280"/>
                    </a:lnTo>
                    <a:lnTo>
                      <a:pt x="185" y="276"/>
                    </a:lnTo>
                    <a:lnTo>
                      <a:pt x="197" y="272"/>
                    </a:lnTo>
                    <a:lnTo>
                      <a:pt x="209" y="266"/>
                    </a:lnTo>
                    <a:lnTo>
                      <a:pt x="221" y="258"/>
                    </a:lnTo>
                    <a:lnTo>
                      <a:pt x="233" y="250"/>
                    </a:lnTo>
                    <a:lnTo>
                      <a:pt x="243" y="242"/>
                    </a:lnTo>
                    <a:lnTo>
                      <a:pt x="251" y="232"/>
                    </a:lnTo>
                    <a:lnTo>
                      <a:pt x="259" y="220"/>
                    </a:lnTo>
                    <a:lnTo>
                      <a:pt x="267" y="208"/>
                    </a:lnTo>
                    <a:lnTo>
                      <a:pt x="273" y="196"/>
                    </a:lnTo>
                    <a:lnTo>
                      <a:pt x="277" y="184"/>
                    </a:lnTo>
                    <a:lnTo>
                      <a:pt x="281" y="170"/>
                    </a:lnTo>
                    <a:lnTo>
                      <a:pt x="283" y="156"/>
                    </a:lnTo>
                    <a:lnTo>
                      <a:pt x="283" y="142"/>
                    </a:lnTo>
                    <a:lnTo>
                      <a:pt x="283" y="142"/>
                    </a:lnTo>
                    <a:lnTo>
                      <a:pt x="283" y="128"/>
                    </a:lnTo>
                    <a:lnTo>
                      <a:pt x="281" y="114"/>
                    </a:lnTo>
                    <a:lnTo>
                      <a:pt x="277" y="100"/>
                    </a:lnTo>
                    <a:lnTo>
                      <a:pt x="273" y="86"/>
                    </a:lnTo>
                    <a:lnTo>
                      <a:pt x="267" y="74"/>
                    </a:lnTo>
                    <a:lnTo>
                      <a:pt x="259" y="62"/>
                    </a:lnTo>
                    <a:lnTo>
                      <a:pt x="251" y="52"/>
                    </a:lnTo>
                    <a:lnTo>
                      <a:pt x="243" y="42"/>
                    </a:lnTo>
                    <a:lnTo>
                      <a:pt x="233" y="34"/>
                    </a:lnTo>
                    <a:lnTo>
                      <a:pt x="221" y="24"/>
                    </a:lnTo>
                    <a:lnTo>
                      <a:pt x="209" y="18"/>
                    </a:lnTo>
                    <a:lnTo>
                      <a:pt x="197" y="12"/>
                    </a:lnTo>
                    <a:lnTo>
                      <a:pt x="185" y="8"/>
                    </a:lnTo>
                    <a:lnTo>
                      <a:pt x="171" y="4"/>
                    </a:lnTo>
                    <a:lnTo>
                      <a:pt x="157" y="2"/>
                    </a:lnTo>
                    <a:lnTo>
                      <a:pt x="143" y="0"/>
                    </a:lnTo>
                    <a:lnTo>
                      <a:pt x="143" y="0"/>
                    </a:lnTo>
                    <a:close/>
                  </a:path>
                </a:pathLst>
              </a:custGeom>
              <a:solidFill>
                <a:srgbClr val="C7C5C4"/>
              </a:solidFill>
              <a:ln>
                <a:noFill/>
              </a:ln>
            </p:spPr>
            <p:txBody>
              <a:bodyPr anchorCtr="0" anchor="t" bIns="34275" lIns="67500" spcFirstLastPara="1" rIns="27000" wrap="square" tIns="486000">
                <a:noAutofit/>
              </a:bodyPr>
              <a:lstStyle/>
              <a:p>
                <a:pPr indent="0" lvl="0" marL="0" marR="0" rtl="0" algn="l">
                  <a:spcBef>
                    <a:spcPts val="0"/>
                  </a:spcBef>
                  <a:spcAft>
                    <a:spcPts val="0"/>
                  </a:spcAft>
                  <a:buClr>
                    <a:schemeClr val="dk1"/>
                  </a:buClr>
                  <a:buSzPts val="1400"/>
                  <a:buFont typeface="Arial"/>
                  <a:buNone/>
                </a:pPr>
                <a:r>
                  <a:t/>
                </a:r>
                <a:endParaRPr b="0" i="0" sz="1400" u="none" cap="none" strike="noStrike">
                  <a:solidFill>
                    <a:schemeClr val="dk1"/>
                  </a:solidFill>
                  <a:latin typeface="Roboto Light"/>
                  <a:ea typeface="Roboto Light"/>
                  <a:cs typeface="Roboto Light"/>
                  <a:sym typeface="Roboto Light"/>
                </a:endParaRPr>
              </a:p>
            </p:txBody>
          </p:sp>
        </p:grpSp>
      </p:gr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3"/>
          <p:cNvSpPr txBox="1"/>
          <p:nvPr>
            <p:ph idx="1" type="body"/>
          </p:nvPr>
        </p:nvSpPr>
        <p:spPr>
          <a:xfrm>
            <a:off x="897731" y="340028"/>
            <a:ext cx="7859700" cy="618300"/>
          </a:xfrm>
          <a:prstGeom prst="rect">
            <a:avLst/>
          </a:prstGeom>
          <a:noFill/>
          <a:ln>
            <a:noFill/>
          </a:ln>
        </p:spPr>
        <p:txBody>
          <a:bodyPr anchorCtr="0" anchor="t" bIns="34275" lIns="0" spcFirstLastPara="1" rIns="68575" wrap="square" tIns="0">
            <a:normAutofit/>
          </a:bodyPr>
          <a:lstStyle/>
          <a:p>
            <a:pPr indent="0" lvl="0" marL="0" rtl="0" algn="l">
              <a:lnSpc>
                <a:spcPct val="100000"/>
              </a:lnSpc>
              <a:spcBef>
                <a:spcPts val="0"/>
              </a:spcBef>
              <a:spcAft>
                <a:spcPts val="1200"/>
              </a:spcAft>
              <a:buClr>
                <a:srgbClr val="000005"/>
              </a:buClr>
              <a:buSzPts val="1800"/>
              <a:buNone/>
            </a:pPr>
            <a:r>
              <a:rPr lang="en-AU"/>
              <a:t>Executive summary</a:t>
            </a:r>
            <a:endParaRPr/>
          </a:p>
        </p:txBody>
      </p:sp>
      <p:sp>
        <p:nvSpPr>
          <p:cNvPr id="113" name="Google Shape;113;p3"/>
          <p:cNvSpPr/>
          <p:nvPr/>
        </p:nvSpPr>
        <p:spPr>
          <a:xfrm>
            <a:off x="897731" y="1428750"/>
            <a:ext cx="364200" cy="364200"/>
          </a:xfrm>
          <a:prstGeom prst="ellipse">
            <a:avLst/>
          </a:prstGeom>
          <a:solidFill>
            <a:srgbClr val="FFFFFF"/>
          </a:solidFill>
          <a:ln cap="flat" cmpd="sng" w="12700">
            <a:solidFill>
              <a:srgbClr val="000000"/>
            </a:solidFill>
            <a:prstDash val="solid"/>
            <a:miter lim="8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Clr>
                <a:srgbClr val="000000"/>
              </a:buClr>
              <a:buSzPts val="1400"/>
              <a:buFont typeface="Roboto Light"/>
              <a:buNone/>
            </a:pPr>
            <a:r>
              <a:rPr b="0" i="0" lang="en-AU" sz="1400" u="none" cap="none" strike="noStrike">
                <a:solidFill>
                  <a:srgbClr val="000000"/>
                </a:solidFill>
                <a:latin typeface="Roboto Light"/>
                <a:ea typeface="Roboto Light"/>
                <a:cs typeface="Roboto Light"/>
                <a:sym typeface="Roboto Light"/>
              </a:rPr>
              <a:t>01</a:t>
            </a:r>
            <a:endParaRPr b="0" i="0" sz="1100" u="none" cap="none" strike="noStrike">
              <a:solidFill>
                <a:schemeClr val="dk1"/>
              </a:solidFill>
              <a:latin typeface="Arial"/>
              <a:ea typeface="Arial"/>
              <a:cs typeface="Arial"/>
              <a:sym typeface="Arial"/>
            </a:endParaRPr>
          </a:p>
        </p:txBody>
      </p:sp>
      <p:sp>
        <p:nvSpPr>
          <p:cNvPr id="114" name="Google Shape;114;p3"/>
          <p:cNvSpPr/>
          <p:nvPr/>
        </p:nvSpPr>
        <p:spPr>
          <a:xfrm>
            <a:off x="897731" y="3071684"/>
            <a:ext cx="364200" cy="364200"/>
          </a:xfrm>
          <a:prstGeom prst="ellipse">
            <a:avLst/>
          </a:prstGeom>
          <a:solidFill>
            <a:srgbClr val="FFFFFF"/>
          </a:solidFill>
          <a:ln cap="flat" cmpd="sng" w="12700">
            <a:solidFill>
              <a:srgbClr val="000000"/>
            </a:solidFill>
            <a:prstDash val="solid"/>
            <a:miter lim="8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Clr>
                <a:srgbClr val="000000"/>
              </a:buClr>
              <a:buSzPts val="1400"/>
              <a:buFont typeface="Roboto Light"/>
              <a:buNone/>
            </a:pPr>
            <a:r>
              <a:rPr b="0" i="0" lang="en-AU" sz="1400" u="none" cap="none" strike="noStrike">
                <a:solidFill>
                  <a:srgbClr val="000000"/>
                </a:solidFill>
                <a:latin typeface="Roboto Light"/>
                <a:ea typeface="Roboto Light"/>
                <a:cs typeface="Roboto Light"/>
                <a:sym typeface="Roboto Light"/>
              </a:rPr>
              <a:t>02</a:t>
            </a:r>
            <a:endParaRPr b="0" i="0" sz="1400" u="none" cap="none" strike="noStrike">
              <a:solidFill>
                <a:srgbClr val="000000"/>
              </a:solidFill>
              <a:latin typeface="Roboto Light"/>
              <a:ea typeface="Roboto Light"/>
              <a:cs typeface="Roboto Light"/>
              <a:sym typeface="Roboto Light"/>
            </a:endParaRPr>
          </a:p>
        </p:txBody>
      </p:sp>
      <p:sp>
        <p:nvSpPr>
          <p:cNvPr id="115" name="Google Shape;115;p3"/>
          <p:cNvSpPr txBox="1"/>
          <p:nvPr/>
        </p:nvSpPr>
        <p:spPr>
          <a:xfrm>
            <a:off x="1451690" y="1475915"/>
            <a:ext cx="1422000" cy="1289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Roboto"/>
              <a:buNone/>
            </a:pPr>
            <a:r>
              <a:rPr b="0" i="0" lang="en-AU" sz="1100" u="none" cap="none" strike="noStrike">
                <a:solidFill>
                  <a:schemeClr val="dk1"/>
                </a:solidFill>
                <a:latin typeface="Roboto"/>
                <a:ea typeface="Roboto"/>
                <a:cs typeface="Roboto"/>
                <a:sym typeface="Roboto"/>
              </a:rPr>
              <a:t>Task 1</a:t>
            </a:r>
            <a:endParaRPr b="0" i="0" sz="1100" u="none" cap="none" strike="noStrike">
              <a:solidFill>
                <a:schemeClr val="dk1"/>
              </a:solidFill>
              <a:latin typeface="Arial"/>
              <a:ea typeface="Arial"/>
              <a:cs typeface="Arial"/>
              <a:sym typeface="Arial"/>
            </a:endParaRPr>
          </a:p>
        </p:txBody>
      </p:sp>
      <p:sp>
        <p:nvSpPr>
          <p:cNvPr id="116" name="Google Shape;116;p3"/>
          <p:cNvSpPr txBox="1"/>
          <p:nvPr/>
        </p:nvSpPr>
        <p:spPr>
          <a:xfrm>
            <a:off x="1451690" y="3118849"/>
            <a:ext cx="1422000" cy="1289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Roboto"/>
              <a:buNone/>
            </a:pPr>
            <a:r>
              <a:rPr b="0" i="0" lang="en-AU" sz="1100" u="none" cap="none" strike="noStrike">
                <a:solidFill>
                  <a:schemeClr val="dk1"/>
                </a:solidFill>
                <a:latin typeface="Roboto"/>
                <a:ea typeface="Roboto"/>
                <a:cs typeface="Roboto"/>
                <a:sym typeface="Roboto"/>
              </a:rPr>
              <a:t>Task 2</a:t>
            </a:r>
            <a:endParaRPr b="0" i="0" sz="1100" u="none" cap="none" strike="noStrike">
              <a:solidFill>
                <a:schemeClr val="dk1"/>
              </a:solidFill>
              <a:latin typeface="Roboto"/>
              <a:ea typeface="Roboto"/>
              <a:cs typeface="Roboto"/>
              <a:sym typeface="Roboto"/>
            </a:endParaRPr>
          </a:p>
        </p:txBody>
      </p:sp>
      <p:sp>
        <p:nvSpPr>
          <p:cNvPr id="117" name="Google Shape;117;p3"/>
          <p:cNvSpPr txBox="1"/>
          <p:nvPr/>
        </p:nvSpPr>
        <p:spPr>
          <a:xfrm>
            <a:off x="2873831" y="1428750"/>
            <a:ext cx="5883600" cy="13920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Clr>
                <a:schemeClr val="dk1"/>
              </a:buClr>
              <a:buSzPts val="1400"/>
              <a:buFont typeface="Arial"/>
              <a:buNone/>
            </a:pPr>
            <a:r>
              <a:rPr b="1" i="0" lang="en-AU" sz="1400" u="none" cap="none" strike="noStrike">
                <a:solidFill>
                  <a:schemeClr val="dk2"/>
                </a:solidFill>
                <a:latin typeface="Arial"/>
                <a:ea typeface="Arial"/>
                <a:cs typeface="Arial"/>
                <a:sym typeface="Arial"/>
              </a:rPr>
              <a:t>Older Families on a budget are our most valuable customers, and Kettle is the most popular chip brand across every type of customer.</a:t>
            </a:r>
            <a:endParaRPr b="1" i="0" sz="1400" u="none" cap="none" strike="noStrike">
              <a:solidFill>
                <a:schemeClr val="dk2"/>
              </a:solidFill>
              <a:latin typeface="Arial"/>
              <a:ea typeface="Arial"/>
              <a:cs typeface="Arial"/>
              <a:sym typeface="Arial"/>
            </a:endParaRPr>
          </a:p>
        </p:txBody>
      </p:sp>
      <p:sp>
        <p:nvSpPr>
          <p:cNvPr id="118" name="Google Shape;118;p3"/>
          <p:cNvSpPr txBox="1"/>
          <p:nvPr/>
        </p:nvSpPr>
        <p:spPr>
          <a:xfrm>
            <a:off x="2873831" y="3071681"/>
            <a:ext cx="5883600" cy="16728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Clr>
                <a:schemeClr val="dk1"/>
              </a:buClr>
              <a:buSzPts val="1400"/>
              <a:buFont typeface="Arial"/>
              <a:buNone/>
            </a:pPr>
            <a:r>
              <a:rPr b="1" i="0" lang="en-AU" sz="1400" u="none" cap="none" strike="noStrike">
                <a:solidFill>
                  <a:schemeClr val="dk2"/>
                </a:solidFill>
                <a:latin typeface="Arial"/>
                <a:ea typeface="Arial"/>
                <a:cs typeface="Arial"/>
                <a:sym typeface="Arial"/>
              </a:rPr>
              <a:t>The trial was successful in Store 77, where sales grew significantly because the store kept more of its existing customers, while a similar untested store lost customers over the same period</a:t>
            </a:r>
            <a:endParaRPr b="1" i="0" sz="1400" u="none" cap="none" strike="noStrike">
              <a:solidFill>
                <a:schemeClr val="dk2"/>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4"/>
          <p:cNvSpPr txBox="1"/>
          <p:nvPr>
            <p:ph type="title"/>
          </p:nvPr>
        </p:nvSpPr>
        <p:spPr>
          <a:xfrm>
            <a:off x="871538" y="300038"/>
            <a:ext cx="1728900" cy="7287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000005"/>
              </a:buClr>
              <a:buSzPts val="6200"/>
              <a:buFont typeface="Roboto Light"/>
              <a:buNone/>
            </a:pPr>
            <a:r>
              <a:rPr lang="en-AU"/>
              <a:t>01</a:t>
            </a:r>
            <a:endParaRPr/>
          </a:p>
        </p:txBody>
      </p:sp>
      <p:sp>
        <p:nvSpPr>
          <p:cNvPr id="124" name="Google Shape;124;p4"/>
          <p:cNvSpPr txBox="1"/>
          <p:nvPr>
            <p:ph idx="1" type="body"/>
          </p:nvPr>
        </p:nvSpPr>
        <p:spPr>
          <a:xfrm>
            <a:off x="901304" y="2341959"/>
            <a:ext cx="4137300" cy="1887000"/>
          </a:xfrm>
          <a:prstGeom prst="rect">
            <a:avLst/>
          </a:prstGeom>
          <a:noFill/>
          <a:ln>
            <a:noFill/>
          </a:ln>
        </p:spPr>
        <p:txBody>
          <a:bodyPr anchorCtr="0" anchor="t" bIns="34275" lIns="0" spcFirstLastPara="1" rIns="68575" wrap="square" tIns="0">
            <a:noAutofit/>
          </a:bodyPr>
          <a:lstStyle/>
          <a:p>
            <a:pPr indent="0" lvl="0" marL="0" rtl="0" algn="l">
              <a:lnSpc>
                <a:spcPct val="100000"/>
              </a:lnSpc>
              <a:spcBef>
                <a:spcPts val="0"/>
              </a:spcBef>
              <a:spcAft>
                <a:spcPts val="1200"/>
              </a:spcAft>
              <a:buClr>
                <a:srgbClr val="000005"/>
              </a:buClr>
              <a:buSzPts val="1800"/>
              <a:buNone/>
            </a:pPr>
            <a:r>
              <a:rPr lang="en-AU"/>
              <a:t>Category</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5"/>
          <p:cNvSpPr txBox="1"/>
          <p:nvPr>
            <p:ph idx="1" type="body"/>
          </p:nvPr>
        </p:nvSpPr>
        <p:spPr>
          <a:xfrm>
            <a:off x="0" y="225"/>
            <a:ext cx="9144000" cy="5143500"/>
          </a:xfrm>
          <a:prstGeom prst="rect">
            <a:avLst/>
          </a:prstGeom>
          <a:noFill/>
          <a:ln>
            <a:noFill/>
          </a:ln>
        </p:spPr>
        <p:txBody>
          <a:bodyPr anchorCtr="0" anchor="t" bIns="34275" lIns="0" spcFirstLastPara="1" rIns="68575" wrap="square" tIns="0">
            <a:noAutofit/>
          </a:bodyPr>
          <a:lstStyle/>
          <a:p>
            <a:pPr indent="0" lvl="0" marL="0" rtl="0" algn="just">
              <a:lnSpc>
                <a:spcPct val="115000"/>
              </a:lnSpc>
              <a:spcBef>
                <a:spcPts val="800"/>
              </a:spcBef>
              <a:spcAft>
                <a:spcPts val="0"/>
              </a:spcAft>
              <a:buSzPts val="1800"/>
              <a:buNone/>
            </a:pPr>
            <a:r>
              <a:rPr b="1" lang="en-AU" sz="3000">
                <a:solidFill>
                  <a:schemeClr val="dk2"/>
                </a:solidFill>
                <a:latin typeface="Arial"/>
                <a:ea typeface="Arial"/>
                <a:cs typeface="Arial"/>
                <a:sym typeface="Arial"/>
              </a:rPr>
              <a:t>A small number of customer segments — particularly Older Families and </a:t>
            </a:r>
            <a:endParaRPr b="1" sz="3000">
              <a:solidFill>
                <a:schemeClr val="dk2"/>
              </a:solidFill>
              <a:latin typeface="Arial"/>
              <a:ea typeface="Arial"/>
              <a:cs typeface="Arial"/>
              <a:sym typeface="Arial"/>
            </a:endParaRPr>
          </a:p>
          <a:p>
            <a:pPr indent="0" lvl="0" marL="0" rtl="0" algn="just">
              <a:lnSpc>
                <a:spcPct val="115000"/>
              </a:lnSpc>
              <a:spcBef>
                <a:spcPts val="1200"/>
              </a:spcBef>
              <a:spcAft>
                <a:spcPts val="0"/>
              </a:spcAft>
              <a:buSzPts val="1800"/>
              <a:buNone/>
            </a:pPr>
            <a:r>
              <a:rPr b="1" lang="en-AU" sz="3000">
                <a:solidFill>
                  <a:schemeClr val="dk2"/>
                </a:solidFill>
                <a:latin typeface="Arial"/>
                <a:ea typeface="Arial"/>
                <a:cs typeface="Arial"/>
                <a:sym typeface="Arial"/>
              </a:rPr>
              <a:t>Young Singles/Couples — account for a disproportionate share of total </a:t>
            </a:r>
            <a:endParaRPr b="1" sz="3000">
              <a:solidFill>
                <a:schemeClr val="dk2"/>
              </a:solidFill>
              <a:latin typeface="Arial"/>
              <a:ea typeface="Arial"/>
              <a:cs typeface="Arial"/>
              <a:sym typeface="Arial"/>
            </a:endParaRPr>
          </a:p>
          <a:p>
            <a:pPr indent="0" lvl="0" marL="0" rtl="0" algn="just">
              <a:lnSpc>
                <a:spcPct val="115000"/>
              </a:lnSpc>
              <a:spcBef>
                <a:spcPts val="1200"/>
              </a:spcBef>
              <a:spcAft>
                <a:spcPts val="0"/>
              </a:spcAft>
              <a:buSzPts val="1800"/>
              <a:buNone/>
            </a:pPr>
            <a:r>
              <a:rPr b="1" lang="en-AU" sz="3000">
                <a:solidFill>
                  <a:schemeClr val="dk2"/>
                </a:solidFill>
                <a:latin typeface="Arial"/>
                <a:ea typeface="Arial"/>
                <a:cs typeface="Arial"/>
                <a:sym typeface="Arial"/>
              </a:rPr>
              <a:t>chip revenue, making them the highest-priority segments for retention </a:t>
            </a:r>
            <a:endParaRPr b="1" sz="3000">
              <a:solidFill>
                <a:schemeClr val="dk2"/>
              </a:solidFill>
              <a:latin typeface="Arial"/>
              <a:ea typeface="Arial"/>
              <a:cs typeface="Arial"/>
              <a:sym typeface="Arial"/>
            </a:endParaRPr>
          </a:p>
          <a:p>
            <a:pPr indent="0" lvl="0" marL="0" rtl="0" algn="just">
              <a:lnSpc>
                <a:spcPct val="115000"/>
              </a:lnSpc>
              <a:spcBef>
                <a:spcPts val="1200"/>
              </a:spcBef>
              <a:spcAft>
                <a:spcPts val="1200"/>
              </a:spcAft>
              <a:buSzPts val="1800"/>
              <a:buNone/>
            </a:pPr>
            <a:r>
              <a:rPr b="1" lang="en-AU" sz="3000">
                <a:solidFill>
                  <a:schemeClr val="dk2"/>
                </a:solidFill>
                <a:latin typeface="Arial"/>
                <a:ea typeface="Arial"/>
                <a:cs typeface="Arial"/>
                <a:sym typeface="Arial"/>
              </a:rPr>
              <a:t>and growth.</a:t>
            </a:r>
            <a:endParaRPr b="1" sz="3000">
              <a:solidFill>
                <a:schemeClr val="dk2"/>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6"/>
          <p:cNvSpPr txBox="1"/>
          <p:nvPr>
            <p:ph idx="1" type="body"/>
          </p:nvPr>
        </p:nvSpPr>
        <p:spPr>
          <a:xfrm>
            <a:off x="0" y="50"/>
            <a:ext cx="9144000" cy="5143500"/>
          </a:xfrm>
          <a:prstGeom prst="rect">
            <a:avLst/>
          </a:prstGeom>
          <a:noFill/>
          <a:ln>
            <a:noFill/>
          </a:ln>
        </p:spPr>
        <p:txBody>
          <a:bodyPr anchorCtr="0" anchor="t" bIns="34275" lIns="0" spcFirstLastPara="1" rIns="68575" wrap="square" tIns="0">
            <a:normAutofit/>
          </a:bodyPr>
          <a:lstStyle/>
          <a:p>
            <a:pPr indent="0" lvl="0" marL="0" rtl="0" algn="just">
              <a:lnSpc>
                <a:spcPct val="115000"/>
              </a:lnSpc>
              <a:spcBef>
                <a:spcPts val="800"/>
              </a:spcBef>
              <a:spcAft>
                <a:spcPts val="0"/>
              </a:spcAft>
              <a:buSzPts val="1800"/>
              <a:buNone/>
            </a:pPr>
            <a:r>
              <a:rPr b="1" lang="en-AU" sz="2400">
                <a:solidFill>
                  <a:schemeClr val="dk2"/>
                </a:solidFill>
                <a:latin typeface="Arial"/>
                <a:ea typeface="Arial"/>
                <a:cs typeface="Arial"/>
                <a:sym typeface="Arial"/>
              </a:rPr>
              <a:t>Customer affluence (Budget, Mainstream, or Premium) has surprisingly little </a:t>
            </a:r>
            <a:endParaRPr b="1" sz="2400">
              <a:solidFill>
                <a:schemeClr val="dk2"/>
              </a:solidFill>
              <a:latin typeface="Arial"/>
              <a:ea typeface="Arial"/>
              <a:cs typeface="Arial"/>
              <a:sym typeface="Arial"/>
            </a:endParaRPr>
          </a:p>
          <a:p>
            <a:pPr indent="0" lvl="0" marL="0" rtl="0" algn="just">
              <a:lnSpc>
                <a:spcPct val="115000"/>
              </a:lnSpc>
              <a:spcBef>
                <a:spcPts val="1200"/>
              </a:spcBef>
              <a:spcAft>
                <a:spcPts val="0"/>
              </a:spcAft>
              <a:buSzPts val="1800"/>
              <a:buNone/>
            </a:pPr>
            <a:r>
              <a:rPr b="1" lang="en-AU" sz="2400">
                <a:solidFill>
                  <a:schemeClr val="dk2"/>
                </a:solidFill>
                <a:latin typeface="Arial"/>
                <a:ea typeface="Arial"/>
                <a:cs typeface="Arial"/>
                <a:sym typeface="Arial"/>
              </a:rPr>
              <a:t>effect on how much a customer spends on chips — average spend per customer </a:t>
            </a:r>
            <a:endParaRPr b="1" sz="2400">
              <a:solidFill>
                <a:schemeClr val="dk2"/>
              </a:solidFill>
              <a:latin typeface="Arial"/>
              <a:ea typeface="Arial"/>
              <a:cs typeface="Arial"/>
              <a:sym typeface="Arial"/>
            </a:endParaRPr>
          </a:p>
          <a:p>
            <a:pPr indent="0" lvl="0" marL="0" rtl="0" algn="just">
              <a:lnSpc>
                <a:spcPct val="115000"/>
              </a:lnSpc>
              <a:spcBef>
                <a:spcPts val="1200"/>
              </a:spcBef>
              <a:spcAft>
                <a:spcPts val="0"/>
              </a:spcAft>
              <a:buSzPts val="1800"/>
              <a:buNone/>
            </a:pPr>
            <a:r>
              <a:rPr b="1" lang="en-AU" sz="2400">
                <a:solidFill>
                  <a:schemeClr val="dk2"/>
                </a:solidFill>
                <a:latin typeface="Arial"/>
                <a:ea typeface="Arial"/>
                <a:cs typeface="Arial"/>
                <a:sym typeface="Arial"/>
              </a:rPr>
              <a:t>is fairly consistent across all three tiers within each life stage. Revenue </a:t>
            </a:r>
            <a:endParaRPr b="1" sz="2400">
              <a:solidFill>
                <a:schemeClr val="dk2"/>
              </a:solidFill>
              <a:latin typeface="Arial"/>
              <a:ea typeface="Arial"/>
              <a:cs typeface="Arial"/>
              <a:sym typeface="Arial"/>
            </a:endParaRPr>
          </a:p>
          <a:p>
            <a:pPr indent="0" lvl="0" marL="0" rtl="0" algn="just">
              <a:lnSpc>
                <a:spcPct val="115000"/>
              </a:lnSpc>
              <a:spcBef>
                <a:spcPts val="1200"/>
              </a:spcBef>
              <a:spcAft>
                <a:spcPts val="0"/>
              </a:spcAft>
              <a:buSzPts val="1800"/>
              <a:buNone/>
            </a:pPr>
            <a:r>
              <a:rPr b="1" lang="en-AU" sz="2400">
                <a:solidFill>
                  <a:schemeClr val="dk2"/>
                </a:solidFill>
                <a:latin typeface="Arial"/>
                <a:ea typeface="Arial"/>
                <a:cs typeface="Arial"/>
                <a:sym typeface="Arial"/>
              </a:rPr>
              <a:t>differences between segments are driven more by customer volume and </a:t>
            </a:r>
            <a:endParaRPr b="1" sz="2400">
              <a:solidFill>
                <a:schemeClr val="dk2"/>
              </a:solidFill>
              <a:latin typeface="Arial"/>
              <a:ea typeface="Arial"/>
              <a:cs typeface="Arial"/>
              <a:sym typeface="Arial"/>
            </a:endParaRPr>
          </a:p>
          <a:p>
            <a:pPr indent="0" lvl="0" marL="0" rtl="0" algn="just">
              <a:lnSpc>
                <a:spcPct val="115000"/>
              </a:lnSpc>
              <a:spcBef>
                <a:spcPts val="1200"/>
              </a:spcBef>
              <a:spcAft>
                <a:spcPts val="1200"/>
              </a:spcAft>
              <a:buSzPts val="1800"/>
              <a:buNone/>
            </a:pPr>
            <a:r>
              <a:rPr b="1" lang="en-AU" sz="2400">
                <a:solidFill>
                  <a:schemeClr val="dk2"/>
                </a:solidFill>
                <a:latin typeface="Arial"/>
                <a:ea typeface="Arial"/>
                <a:cs typeface="Arial"/>
                <a:sym typeface="Arial"/>
              </a:rPr>
              <a:t>purchase frequency than by how much premium customers spend per visit.</a:t>
            </a:r>
            <a:endParaRPr b="1" sz="2400">
              <a:solidFill>
                <a:schemeClr val="dk2"/>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pic>
        <p:nvPicPr>
          <p:cNvPr id="139" name="Google Shape;139;p7"/>
          <p:cNvPicPr preferRelativeResize="0"/>
          <p:nvPr/>
        </p:nvPicPr>
        <p:blipFill>
          <a:blip r:embed="rId3">
            <a:alphaModFix/>
          </a:blip>
          <a:stretch>
            <a:fillRect/>
          </a:stretch>
        </p:blipFill>
        <p:spPr>
          <a:xfrm>
            <a:off x="0" y="571000"/>
            <a:ext cx="9144000" cy="40015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pic>
        <p:nvPicPr>
          <p:cNvPr id="145" name="Google Shape;145;g39fc92bd4319f160_1"/>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pic>
        <p:nvPicPr>
          <p:cNvPr id="151" name="Google Shape;151;g39fc92bd4319f160_7"/>
          <p:cNvPicPr preferRelativeResize="0"/>
          <p:nvPr/>
        </p:nvPicPr>
        <p:blipFill>
          <a:blip r:embed="rId3">
            <a:alphaModFix/>
          </a:blip>
          <a:stretch>
            <a:fillRect/>
          </a:stretch>
        </p:blipFill>
        <p:spPr>
          <a:xfrm>
            <a:off x="76200" y="76200"/>
            <a:ext cx="8991599" cy="49911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8"/>
          <p:cNvSpPr txBox="1"/>
          <p:nvPr>
            <p:ph type="title"/>
          </p:nvPr>
        </p:nvSpPr>
        <p:spPr>
          <a:xfrm>
            <a:off x="871538" y="300038"/>
            <a:ext cx="1728900" cy="7287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0"/>
              </a:spcBef>
              <a:spcAft>
                <a:spcPts val="0"/>
              </a:spcAft>
              <a:buClr>
                <a:srgbClr val="000005"/>
              </a:buClr>
              <a:buSzPts val="6200"/>
              <a:buFont typeface="Roboto Light"/>
              <a:buNone/>
            </a:pPr>
            <a:r>
              <a:rPr lang="en-AU"/>
              <a:t>02</a:t>
            </a:r>
            <a:endParaRPr/>
          </a:p>
        </p:txBody>
      </p:sp>
      <p:sp>
        <p:nvSpPr>
          <p:cNvPr id="157" name="Google Shape;157;p8"/>
          <p:cNvSpPr txBox="1"/>
          <p:nvPr>
            <p:ph idx="1" type="body"/>
          </p:nvPr>
        </p:nvSpPr>
        <p:spPr>
          <a:xfrm>
            <a:off x="901304" y="2341959"/>
            <a:ext cx="4137300" cy="1887000"/>
          </a:xfrm>
          <a:prstGeom prst="rect">
            <a:avLst/>
          </a:prstGeom>
          <a:noFill/>
          <a:ln>
            <a:noFill/>
          </a:ln>
        </p:spPr>
        <p:txBody>
          <a:bodyPr anchorCtr="0" anchor="t" bIns="34275" lIns="0" spcFirstLastPara="1" rIns="68575" wrap="square" tIns="0">
            <a:noAutofit/>
          </a:bodyPr>
          <a:lstStyle/>
          <a:p>
            <a:pPr indent="0" lvl="0" marL="0" rtl="0" algn="l">
              <a:lnSpc>
                <a:spcPct val="100000"/>
              </a:lnSpc>
              <a:spcBef>
                <a:spcPts val="0"/>
              </a:spcBef>
              <a:spcAft>
                <a:spcPts val="1200"/>
              </a:spcAft>
              <a:buClr>
                <a:srgbClr val="000005"/>
              </a:buClr>
              <a:buSzPts val="1800"/>
              <a:buNone/>
            </a:pPr>
            <a:r>
              <a:rPr lang="en-AU"/>
              <a:t>Trial store performance</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9"/>
          <p:cNvSpPr txBox="1"/>
          <p:nvPr>
            <p:ph idx="1" type="body"/>
          </p:nvPr>
        </p:nvSpPr>
        <p:spPr>
          <a:xfrm>
            <a:off x="0" y="-268800"/>
            <a:ext cx="9144000" cy="5681100"/>
          </a:xfrm>
          <a:prstGeom prst="rect">
            <a:avLst/>
          </a:prstGeom>
          <a:noFill/>
          <a:ln>
            <a:noFill/>
          </a:ln>
        </p:spPr>
        <p:txBody>
          <a:bodyPr anchorCtr="0" anchor="t" bIns="34275" lIns="0" spcFirstLastPara="1" rIns="68575" wrap="square" tIns="0">
            <a:noAutofit/>
          </a:bodyPr>
          <a:lstStyle/>
          <a:p>
            <a:pPr indent="0" lvl="0" marL="0" rtl="0" algn="just">
              <a:lnSpc>
                <a:spcPct val="115000"/>
              </a:lnSpc>
              <a:spcBef>
                <a:spcPts val="800"/>
              </a:spcBef>
              <a:spcAft>
                <a:spcPts val="0"/>
              </a:spcAft>
              <a:buSzPts val="1800"/>
              <a:buNone/>
            </a:pPr>
            <a:r>
              <a:rPr b="1" lang="en-AU" sz="2400">
                <a:latin typeface="Arial"/>
                <a:ea typeface="Arial"/>
                <a:cs typeface="Arial"/>
                <a:sym typeface="Arial"/>
              </a:rPr>
              <a:t>To know if the trial actually worked, we needed a fair comparison. For each </a:t>
            </a:r>
            <a:endParaRPr b="1" sz="2400">
              <a:latin typeface="Arial"/>
              <a:ea typeface="Arial"/>
              <a:cs typeface="Arial"/>
              <a:sym typeface="Arial"/>
            </a:endParaRPr>
          </a:p>
          <a:p>
            <a:pPr indent="0" lvl="0" marL="0" rtl="0" algn="just">
              <a:lnSpc>
                <a:spcPct val="115000"/>
              </a:lnSpc>
              <a:spcBef>
                <a:spcPts val="1200"/>
              </a:spcBef>
              <a:spcAft>
                <a:spcPts val="0"/>
              </a:spcAft>
              <a:buSzPts val="1800"/>
              <a:buNone/>
            </a:pPr>
            <a:r>
              <a:rPr b="1" lang="en-AU" sz="2400">
                <a:latin typeface="Arial"/>
                <a:ea typeface="Arial"/>
                <a:cs typeface="Arial"/>
                <a:sym typeface="Arial"/>
              </a:rPr>
              <a:t>trial store, we found another store with a very similar sales pattern in </a:t>
            </a:r>
            <a:endParaRPr b="1" sz="2400">
              <a:latin typeface="Arial"/>
              <a:ea typeface="Arial"/>
              <a:cs typeface="Arial"/>
              <a:sym typeface="Arial"/>
            </a:endParaRPr>
          </a:p>
          <a:p>
            <a:pPr indent="0" lvl="0" marL="0" rtl="0" algn="just">
              <a:lnSpc>
                <a:spcPct val="115000"/>
              </a:lnSpc>
              <a:spcBef>
                <a:spcPts val="1200"/>
              </a:spcBef>
              <a:spcAft>
                <a:spcPts val="0"/>
              </a:spcAft>
              <a:buSzPts val="1800"/>
              <a:buNone/>
            </a:pPr>
            <a:r>
              <a:rPr b="1" lang="en-AU" sz="2400">
                <a:latin typeface="Arial"/>
                <a:ea typeface="Arial"/>
                <a:cs typeface="Arial"/>
                <a:sym typeface="Arial"/>
              </a:rPr>
              <a:t>the months before the trial started, and used it as a benchmark. This way, </a:t>
            </a:r>
            <a:endParaRPr b="1" sz="2400">
              <a:latin typeface="Arial"/>
              <a:ea typeface="Arial"/>
              <a:cs typeface="Arial"/>
              <a:sym typeface="Arial"/>
            </a:endParaRPr>
          </a:p>
          <a:p>
            <a:pPr indent="0" lvl="0" marL="0" rtl="0" algn="just">
              <a:lnSpc>
                <a:spcPct val="115000"/>
              </a:lnSpc>
              <a:spcBef>
                <a:spcPts val="1200"/>
              </a:spcBef>
              <a:spcAft>
                <a:spcPts val="0"/>
              </a:spcAft>
              <a:buSzPts val="1800"/>
              <a:buNone/>
            </a:pPr>
            <a:r>
              <a:rPr b="1" lang="en-AU" sz="2400">
                <a:latin typeface="Arial"/>
                <a:ea typeface="Arial"/>
                <a:cs typeface="Arial"/>
                <a:sym typeface="Arial"/>
              </a:rPr>
              <a:t>any difference we saw during the trial could be attributed to the trial </a:t>
            </a:r>
            <a:endParaRPr b="1" sz="2400">
              <a:latin typeface="Arial"/>
              <a:ea typeface="Arial"/>
              <a:cs typeface="Arial"/>
              <a:sym typeface="Arial"/>
            </a:endParaRPr>
          </a:p>
          <a:p>
            <a:pPr indent="0" lvl="0" marL="0" rtl="0" algn="just">
              <a:lnSpc>
                <a:spcPct val="115000"/>
              </a:lnSpc>
              <a:spcBef>
                <a:spcPts val="1200"/>
              </a:spcBef>
              <a:spcAft>
                <a:spcPts val="1200"/>
              </a:spcAft>
              <a:buSzPts val="1800"/>
              <a:buNone/>
            </a:pPr>
            <a:r>
              <a:rPr b="1" lang="en-AU" sz="2400">
                <a:latin typeface="Arial"/>
                <a:ea typeface="Arial"/>
                <a:cs typeface="Arial"/>
                <a:sym typeface="Arial"/>
              </a:rPr>
              <a:t>itself, not just normal store-to-store differences.</a:t>
            </a:r>
            <a:endParaRPr b="1" sz="2400">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0"/>
          <p:cNvSpPr txBox="1"/>
          <p:nvPr>
            <p:ph idx="1" type="body"/>
          </p:nvPr>
        </p:nvSpPr>
        <p:spPr>
          <a:xfrm>
            <a:off x="0" y="150"/>
            <a:ext cx="9144000" cy="5143500"/>
          </a:xfrm>
          <a:prstGeom prst="rect">
            <a:avLst/>
          </a:prstGeom>
          <a:noFill/>
          <a:ln>
            <a:noFill/>
          </a:ln>
        </p:spPr>
        <p:txBody>
          <a:bodyPr anchorCtr="0" anchor="t" bIns="34275" lIns="0" spcFirstLastPara="1" rIns="68575" wrap="square" tIns="0">
            <a:noAutofit/>
          </a:bodyPr>
          <a:lstStyle/>
          <a:p>
            <a:pPr indent="0" lvl="0" marL="0" rtl="0" algn="just">
              <a:lnSpc>
                <a:spcPct val="100000"/>
              </a:lnSpc>
              <a:spcBef>
                <a:spcPts val="800"/>
              </a:spcBef>
              <a:spcAft>
                <a:spcPts val="0"/>
              </a:spcAft>
              <a:buSzPts val="1800"/>
              <a:buNone/>
            </a:pPr>
            <a:r>
              <a:rPr b="1" lang="en-AU" sz="2400">
                <a:latin typeface="Arial"/>
                <a:ea typeface="Arial"/>
                <a:cs typeface="Arial"/>
                <a:sym typeface="Arial"/>
              </a:rPr>
              <a:t>The trial was successful in Store 77, where sales grew up to 66% higher </a:t>
            </a:r>
            <a:endParaRPr b="1" sz="2400">
              <a:latin typeface="Arial"/>
              <a:ea typeface="Arial"/>
              <a:cs typeface="Arial"/>
              <a:sym typeface="Arial"/>
            </a:endParaRPr>
          </a:p>
          <a:p>
            <a:pPr indent="0" lvl="0" marL="0" rtl="0" algn="just">
              <a:lnSpc>
                <a:spcPct val="100000"/>
              </a:lnSpc>
              <a:spcBef>
                <a:spcPts val="1200"/>
              </a:spcBef>
              <a:spcAft>
                <a:spcPts val="0"/>
              </a:spcAft>
              <a:buSzPts val="1800"/>
              <a:buNone/>
            </a:pPr>
            <a:r>
              <a:rPr b="1" lang="en-AU" sz="2400">
                <a:latin typeface="Arial"/>
                <a:ea typeface="Arial"/>
                <a:cs typeface="Arial"/>
                <a:sym typeface="Arial"/>
              </a:rPr>
              <a:t>than its matched benchmark store by the end of the trial. This growth was </a:t>
            </a:r>
            <a:endParaRPr b="1" sz="2400">
              <a:latin typeface="Arial"/>
              <a:ea typeface="Arial"/>
              <a:cs typeface="Arial"/>
              <a:sym typeface="Arial"/>
            </a:endParaRPr>
          </a:p>
          <a:p>
            <a:pPr indent="0" lvl="0" marL="0" rtl="0" algn="just">
              <a:lnSpc>
                <a:spcPct val="100000"/>
              </a:lnSpc>
              <a:spcBef>
                <a:spcPts val="1200"/>
              </a:spcBef>
              <a:spcAft>
                <a:spcPts val="0"/>
              </a:spcAft>
              <a:buSzPts val="1800"/>
              <a:buNone/>
            </a:pPr>
            <a:r>
              <a:rPr b="1" lang="en-AU" sz="2400">
                <a:latin typeface="Arial"/>
                <a:ea typeface="Arial"/>
                <a:cs typeface="Arial"/>
                <a:sym typeface="Arial"/>
              </a:rPr>
              <a:t>driven mainly by the store retaining more of its existing customers, </a:t>
            </a:r>
            <a:endParaRPr b="1" sz="2400">
              <a:latin typeface="Arial"/>
              <a:ea typeface="Arial"/>
              <a:cs typeface="Arial"/>
              <a:sym typeface="Arial"/>
            </a:endParaRPr>
          </a:p>
          <a:p>
            <a:pPr indent="0" lvl="0" marL="0" rtl="0" algn="just">
              <a:lnSpc>
                <a:spcPct val="100000"/>
              </a:lnSpc>
              <a:spcBef>
                <a:spcPts val="1200"/>
              </a:spcBef>
              <a:spcAft>
                <a:spcPts val="0"/>
              </a:spcAft>
              <a:buSzPts val="1800"/>
              <a:buNone/>
            </a:pPr>
            <a:r>
              <a:rPr b="1" lang="en-AU" sz="2400">
                <a:latin typeface="Arial"/>
                <a:ea typeface="Arial"/>
                <a:cs typeface="Arial"/>
                <a:sym typeface="Arial"/>
              </a:rPr>
              <a:t>rather than a big increase in how often each customer bought. Results </a:t>
            </a:r>
            <a:endParaRPr b="1" sz="2400">
              <a:latin typeface="Arial"/>
              <a:ea typeface="Arial"/>
              <a:cs typeface="Arial"/>
              <a:sym typeface="Arial"/>
            </a:endParaRPr>
          </a:p>
          <a:p>
            <a:pPr indent="0" lvl="0" marL="0" rtl="0" algn="just">
              <a:lnSpc>
                <a:spcPct val="100000"/>
              </a:lnSpc>
              <a:spcBef>
                <a:spcPts val="1200"/>
              </a:spcBef>
              <a:spcAft>
                <a:spcPts val="0"/>
              </a:spcAft>
              <a:buSzPts val="1800"/>
              <a:buNone/>
            </a:pPr>
            <a:r>
              <a:rPr b="1" lang="en-AU" sz="2400">
                <a:latin typeface="Arial"/>
                <a:ea typeface="Arial"/>
                <a:cs typeface="Arial"/>
                <a:sym typeface="Arial"/>
              </a:rPr>
              <a:t>were mixed in Stores 86 and 88, suggesting the trial's success may depend </a:t>
            </a:r>
            <a:endParaRPr b="1" sz="2400">
              <a:latin typeface="Arial"/>
              <a:ea typeface="Arial"/>
              <a:cs typeface="Arial"/>
              <a:sym typeface="Arial"/>
            </a:endParaRPr>
          </a:p>
          <a:p>
            <a:pPr indent="0" lvl="0" marL="0" rtl="0" algn="just">
              <a:lnSpc>
                <a:spcPct val="100000"/>
              </a:lnSpc>
              <a:spcBef>
                <a:spcPts val="1200"/>
              </a:spcBef>
              <a:spcAft>
                <a:spcPts val="1200"/>
              </a:spcAft>
              <a:buSzPts val="1800"/>
              <a:buNone/>
            </a:pPr>
            <a:r>
              <a:rPr b="1" lang="en-AU" sz="2400">
                <a:latin typeface="Arial"/>
                <a:ea typeface="Arial"/>
                <a:cs typeface="Arial"/>
                <a:sym typeface="Arial"/>
              </a:rPr>
              <a:t>on store-specific factors that need further investigation.</a:t>
            </a:r>
            <a:endParaRPr b="1" sz="2400">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pic>
        <p:nvPicPr>
          <p:cNvPr id="173" name="Google Shape;173;g39fc92bd4319f160_13"/>
          <p:cNvPicPr preferRelativeResize="0"/>
          <p:nvPr/>
        </p:nvPicPr>
        <p:blipFill>
          <a:blip r:embed="rId3">
            <a:alphaModFix/>
          </a:blip>
          <a:stretch>
            <a:fillRect/>
          </a:stretch>
        </p:blipFill>
        <p:spPr>
          <a:xfrm>
            <a:off x="0" y="0"/>
            <a:ext cx="9144000" cy="499109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pic>
        <p:nvPicPr>
          <p:cNvPr id="179" name="Google Shape;179;g39fc92bd4319f160_18"/>
          <p:cNvPicPr preferRelativeResize="0"/>
          <p:nvPr/>
        </p:nvPicPr>
        <p:blipFill>
          <a:blip r:embed="rId3">
            <a:alphaModFix/>
          </a:blip>
          <a:stretch>
            <a:fillRect/>
          </a:stretch>
        </p:blipFill>
        <p:spPr>
          <a:xfrm>
            <a:off x="0" y="152400"/>
            <a:ext cx="9144000" cy="5143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plum">
  <a:themeElements>
    <a:clrScheme name="Plum">
      <a:dk1>
        <a:srgbClr val="611BB8"/>
      </a:dk1>
      <a:lt1>
        <a:srgbClr val="FFFFFF"/>
      </a:lt1>
      <a:dk2>
        <a:srgbClr val="000000"/>
      </a:dk2>
      <a:lt2>
        <a:srgbClr val="7F7F7F"/>
      </a:lt2>
      <a:accent1>
        <a:srgbClr val="333333"/>
      </a:accent1>
      <a:accent2>
        <a:srgbClr val="5E2B97"/>
      </a:accent2>
      <a:accent3>
        <a:srgbClr val="7E57C2"/>
      </a:accent3>
      <a:accent4>
        <a:srgbClr val="C77025"/>
      </a:accent4>
      <a:accent5>
        <a:srgbClr val="009688"/>
      </a:accent5>
      <a:accent6>
        <a:srgbClr val="FFD600"/>
      </a:accent6>
      <a:hlink>
        <a:srgbClr val="009688"/>
      </a:hlink>
      <a:folHlink>
        <a:srgbClr val="00968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